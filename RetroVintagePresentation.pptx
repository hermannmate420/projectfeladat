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4" r:id="rId4"/>
  </p:sldMasterIdLst>
  <p:notesMasterIdLst>
    <p:notesMasterId r:id="rId20"/>
  </p:notesMasterIdLst>
  <p:handoutMasterIdLst>
    <p:handoutMasterId r:id="rId21"/>
  </p:handoutMasterIdLst>
  <p:sldIdLst>
    <p:sldId id="259" r:id="rId5"/>
    <p:sldId id="258" r:id="rId6"/>
    <p:sldId id="280" r:id="rId7"/>
    <p:sldId id="279" r:id="rId8"/>
    <p:sldId id="281" r:id="rId9"/>
    <p:sldId id="282" r:id="rId10"/>
    <p:sldId id="287" r:id="rId11"/>
    <p:sldId id="283" r:id="rId12"/>
    <p:sldId id="284" r:id="rId13"/>
    <p:sldId id="288" r:id="rId14"/>
    <p:sldId id="278" r:id="rId15"/>
    <p:sldId id="285" r:id="rId16"/>
    <p:sldId id="286" r:id="rId17"/>
    <p:sldId id="276" r:id="rId18"/>
    <p:sldId id="27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4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660B408-B3CF-4A94-85FC-2B1E0A45F4A2}"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6408" autoAdjust="0"/>
  </p:normalViewPr>
  <p:slideViewPr>
    <p:cSldViewPr snapToGrid="0">
      <p:cViewPr varScale="1">
        <p:scale>
          <a:sx n="59" d="100"/>
          <a:sy n="59" d="100"/>
        </p:scale>
        <p:origin x="78" y="15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274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1.5564095518937582E-2"/>
          <c:y val="0.20539021047217756"/>
          <c:w val="0.74898202236670819"/>
          <c:h val="0.69067025278887917"/>
        </c:manualLayout>
      </c:layout>
      <c:pie3DChart>
        <c:varyColors val="1"/>
        <c:ser>
          <c:idx val="0"/>
          <c:order val="0"/>
          <c:tx>
            <c:strRef>
              <c:f>Munka1!$B$1</c:f>
              <c:strCache>
                <c:ptCount val="1"/>
                <c:pt idx="0">
                  <c:v>Értékesítés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0313-47EA-82EE-A6D58B3CA0D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6-0313-47EA-82EE-A6D58B3CA0D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4-0313-47EA-82EE-A6D58B3CA0D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B8B8-4EDC-ABAF-47BB7E7C90A5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hu-HU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Munka1!$A$2:$A$5</c:f>
              <c:strCache>
                <c:ptCount val="3"/>
                <c:pt idx="0">
                  <c:v>Marint</c:v>
                </c:pt>
                <c:pt idx="1">
                  <c:v>Máté</c:v>
                </c:pt>
                <c:pt idx="2">
                  <c:v>Milán</c:v>
                </c:pt>
              </c:strCache>
            </c:strRef>
          </c:cat>
          <c:val>
            <c:numRef>
              <c:f>Munka1!$B$2:$B$5</c:f>
              <c:numCache>
                <c:formatCode>0%</c:formatCode>
                <c:ptCount val="4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13-47EA-82EE-A6D58B3CA0DF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legendEntry>
        <c:idx val="3"/>
        <c:delete val="1"/>
      </c:legendEntry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hu-HU" dirty="0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A2BF33B-84F1-4B18-9145-8A68F49DCE0E}" type="datetime1">
              <a:rPr lang="hu-HU" smtClean="0"/>
              <a:t>2025. 04. 28.</a:t>
            </a:fld>
            <a:endParaRPr lang="hu-HU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hu-HU" noProof="0" dirty="0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05C8C4D-9AA3-49FD-A79E-62F0515A92BB}" type="datetime1">
              <a:rPr lang="hu-HU" noProof="0" smtClean="0"/>
              <a:t>2025. 04. 28.</a:t>
            </a:fld>
            <a:endParaRPr lang="hu-HU" noProof="0" dirty="0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hu-HU" noProof="0" dirty="0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hu-HU" noProof="0" dirty="0"/>
              <a:t>Mintaszöveg szerkesztése</a:t>
            </a:r>
          </a:p>
          <a:p>
            <a:pPr lvl="1" rtl="0"/>
            <a:r>
              <a:rPr lang="hu-HU" noProof="0" dirty="0"/>
              <a:t>Második szint</a:t>
            </a:r>
          </a:p>
          <a:p>
            <a:pPr lvl="2" rtl="0"/>
            <a:r>
              <a:rPr lang="hu-HU" noProof="0" dirty="0"/>
              <a:t>Harmadik szint</a:t>
            </a:r>
          </a:p>
          <a:p>
            <a:pPr lvl="3" rtl="0"/>
            <a:r>
              <a:rPr lang="hu-HU" noProof="0" dirty="0"/>
              <a:t>Negyedik szint</a:t>
            </a:r>
          </a:p>
          <a:p>
            <a:pPr lvl="4" rtl="0"/>
            <a:r>
              <a:rPr lang="hu-HU" noProof="0" dirty="0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hu-HU" noProof="0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E46F86A-5537-4E34-A3CE-C64E83A14637}" type="slidenum">
              <a:rPr lang="hu-HU" noProof="0" smtClean="0"/>
              <a:t>‹#›</a:t>
            </a:fld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187774022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E46F86A-5537-4E34-A3CE-C64E83A14637}" type="slidenum">
              <a:rPr lang="hu-HU" smtClean="0"/>
              <a:t>1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520456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E46F86A-5537-4E34-A3CE-C64E83A14637}" type="slidenum">
              <a:rPr lang="hu-HU" smtClean="0"/>
              <a:t>2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081777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E46F86A-5537-4E34-A3CE-C64E83A14637}" type="slidenum">
              <a:rPr lang="hu-HU" smtClean="0"/>
              <a:t>14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06810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E46F86A-5537-4E34-A3CE-C64E83A14637}" type="slidenum">
              <a:rPr lang="hu-HU" smtClean="0"/>
              <a:t>15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86213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smtClean="0"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6630FD69-0294-E855-3C38-73554C7A928B}"/>
              </a:ext>
            </a:extLst>
          </p:cNvPr>
          <p:cNvSpPr/>
          <p:nvPr userDrawn="1"/>
        </p:nvSpPr>
        <p:spPr>
          <a:xfrm>
            <a:off x="6677617" y="107999"/>
            <a:ext cx="5400000" cy="6071501"/>
          </a:xfrm>
          <a:prstGeom prst="rect">
            <a:avLst/>
          </a:prstGeom>
          <a:gradFill>
            <a:gsLst>
              <a:gs pos="0">
                <a:srgbClr val="BB95C2"/>
              </a:gs>
              <a:gs pos="100000">
                <a:srgbClr val="EC9AC7"/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2" name="Egyenlő szárú háromszög 41">
            <a:extLst>
              <a:ext uri="{FF2B5EF4-FFF2-40B4-BE49-F238E27FC236}">
                <a16:creationId xmlns:a16="http://schemas.microsoft.com/office/drawing/2014/main" id="{DE27EFC9-FC46-09CD-C640-0163FC1190DA}"/>
              </a:ext>
            </a:extLst>
          </p:cNvPr>
          <p:cNvSpPr/>
          <p:nvPr userDrawn="1"/>
        </p:nvSpPr>
        <p:spPr>
          <a:xfrm rot="10800000">
            <a:off x="2803689" y="2040344"/>
            <a:ext cx="740512" cy="503107"/>
          </a:xfrm>
          <a:prstGeom prst="triangle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3" name="Egyenlő szárú háromszög 42">
            <a:extLst>
              <a:ext uri="{FF2B5EF4-FFF2-40B4-BE49-F238E27FC236}">
                <a16:creationId xmlns:a16="http://schemas.microsoft.com/office/drawing/2014/main" id="{A976453F-10D2-C984-2E70-7DB29F45DE82}"/>
              </a:ext>
            </a:extLst>
          </p:cNvPr>
          <p:cNvSpPr/>
          <p:nvPr userDrawn="1"/>
        </p:nvSpPr>
        <p:spPr>
          <a:xfrm rot="10800000">
            <a:off x="2324207" y="2900399"/>
            <a:ext cx="1689239" cy="1147676"/>
          </a:xfrm>
          <a:prstGeom prst="triangle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4" name="Egyenlő szárú háromszög 43">
            <a:extLst>
              <a:ext uri="{FF2B5EF4-FFF2-40B4-BE49-F238E27FC236}">
                <a16:creationId xmlns:a16="http://schemas.microsoft.com/office/drawing/2014/main" id="{0FBD6563-82CC-727A-400F-033246BA3399}"/>
              </a:ext>
            </a:extLst>
          </p:cNvPr>
          <p:cNvSpPr/>
          <p:nvPr userDrawn="1"/>
        </p:nvSpPr>
        <p:spPr>
          <a:xfrm>
            <a:off x="3748124" y="4263551"/>
            <a:ext cx="545742" cy="370779"/>
          </a:xfrm>
          <a:prstGeom prst="triangle">
            <a:avLst/>
          </a:pr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4055691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smtClean="0"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hu-H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7" name="Ötszög 6" descr="Díszítő ötszög">
            <a:extLst>
              <a:ext uri="{FF2B5EF4-FFF2-40B4-BE49-F238E27FC236}">
                <a16:creationId xmlns:a16="http://schemas.microsoft.com/office/drawing/2014/main" id="{865102D1-AD49-5E1C-C2D1-8D9C6F57C23D}"/>
              </a:ext>
            </a:extLst>
          </p:cNvPr>
          <p:cNvSpPr/>
          <p:nvPr userDrawn="1"/>
        </p:nvSpPr>
        <p:spPr>
          <a:xfrm rot="20343812">
            <a:off x="4203000" y="4958316"/>
            <a:ext cx="1756955" cy="1673292"/>
          </a:xfrm>
          <a:prstGeom prst="pentagon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8" name="Ötszög 7" descr="Díszítő ötszög">
            <a:extLst>
              <a:ext uri="{FF2B5EF4-FFF2-40B4-BE49-F238E27FC236}">
                <a16:creationId xmlns:a16="http://schemas.microsoft.com/office/drawing/2014/main" id="{0BC7F1A7-2D02-E2B4-435A-D5ED5EF9033A}"/>
              </a:ext>
            </a:extLst>
          </p:cNvPr>
          <p:cNvSpPr/>
          <p:nvPr userDrawn="1"/>
        </p:nvSpPr>
        <p:spPr>
          <a:xfrm rot="9580640">
            <a:off x="5319672" y="4767992"/>
            <a:ext cx="1189880" cy="1133219"/>
          </a:xfrm>
          <a:prstGeom prst="pentagon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9" name="Ötszög 8" descr="Díszítő ötszög">
            <a:extLst>
              <a:ext uri="{FF2B5EF4-FFF2-40B4-BE49-F238E27FC236}">
                <a16:creationId xmlns:a16="http://schemas.microsoft.com/office/drawing/2014/main" id="{2CC2D3D2-7CF4-9617-11B4-0848AEAE2179}"/>
              </a:ext>
            </a:extLst>
          </p:cNvPr>
          <p:cNvSpPr/>
          <p:nvPr userDrawn="1"/>
        </p:nvSpPr>
        <p:spPr>
          <a:xfrm rot="14352768">
            <a:off x="10166922" y="839584"/>
            <a:ext cx="757111" cy="721058"/>
          </a:xfrm>
          <a:prstGeom prst="pentagon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0" name="Ötszög 9" descr="Díszítő ötszög">
            <a:extLst>
              <a:ext uri="{FF2B5EF4-FFF2-40B4-BE49-F238E27FC236}">
                <a16:creationId xmlns:a16="http://schemas.microsoft.com/office/drawing/2014/main" id="{AA744642-3587-AA3A-094C-3D2071B55101}"/>
              </a:ext>
            </a:extLst>
          </p:cNvPr>
          <p:cNvSpPr/>
          <p:nvPr userDrawn="1"/>
        </p:nvSpPr>
        <p:spPr>
          <a:xfrm rot="6795563">
            <a:off x="10691432" y="717562"/>
            <a:ext cx="406272" cy="386926"/>
          </a:xfrm>
          <a:prstGeom prst="pentagon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1" name="Ötszög 10" descr="Díszítő ötszög">
            <a:extLst>
              <a:ext uri="{FF2B5EF4-FFF2-40B4-BE49-F238E27FC236}">
                <a16:creationId xmlns:a16="http://schemas.microsoft.com/office/drawing/2014/main" id="{EFFD303E-4C88-F087-B373-27A2873E995B}"/>
              </a:ext>
            </a:extLst>
          </p:cNvPr>
          <p:cNvSpPr/>
          <p:nvPr userDrawn="1"/>
        </p:nvSpPr>
        <p:spPr>
          <a:xfrm rot="6795563">
            <a:off x="11499862" y="319403"/>
            <a:ext cx="139300" cy="132667"/>
          </a:xfrm>
          <a:prstGeom prst="pentagon">
            <a:avLst/>
          </a:prstGeom>
          <a:solidFill>
            <a:srgbClr val="9F759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2097459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smtClean="0"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Szabadkézi sokszög: Alakzat 67">
            <a:extLst>
              <a:ext uri="{FF2B5EF4-FFF2-40B4-BE49-F238E27FC236}">
                <a16:creationId xmlns:a16="http://schemas.microsoft.com/office/drawing/2014/main" id="{A2522F46-9132-D0B8-C53D-B7FD92E1C38D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custGeom>
            <a:avLst/>
            <a:gdLst>
              <a:gd name="connsiteX0" fmla="*/ 108001 w 12192000"/>
              <a:gd name="connsiteY0" fmla="*/ 108000 h 6857999"/>
              <a:gd name="connsiteX1" fmla="*/ 108001 w 12192000"/>
              <a:gd name="connsiteY1" fmla="*/ 6749999 h 6857999"/>
              <a:gd name="connsiteX2" fmla="*/ 12084000 w 12192000"/>
              <a:gd name="connsiteY2" fmla="*/ 6749999 h 6857999"/>
              <a:gd name="connsiteX3" fmla="*/ 12084000 w 12192000"/>
              <a:gd name="connsiteY3" fmla="*/ 108000 h 6857999"/>
              <a:gd name="connsiteX4" fmla="*/ 0 w 12192000"/>
              <a:gd name="connsiteY4" fmla="*/ 0 h 6857999"/>
              <a:gd name="connsiteX5" fmla="*/ 1 w 12192000"/>
              <a:gd name="connsiteY5" fmla="*/ 0 h 6857999"/>
              <a:gd name="connsiteX6" fmla="*/ 12192000 w 12192000"/>
              <a:gd name="connsiteY6" fmla="*/ 0 h 6857999"/>
              <a:gd name="connsiteX7" fmla="*/ 12192000 w 12192000"/>
              <a:gd name="connsiteY7" fmla="*/ 6857999 h 6857999"/>
              <a:gd name="connsiteX8" fmla="*/ 1 w 12192000"/>
              <a:gd name="connsiteY8" fmla="*/ 6857999 h 6857999"/>
              <a:gd name="connsiteX9" fmla="*/ 0 w 12192000"/>
              <a:gd name="connsiteY9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6857999">
                <a:moveTo>
                  <a:pt x="108001" y="108000"/>
                </a:moveTo>
                <a:lnTo>
                  <a:pt x="108001" y="6749999"/>
                </a:lnTo>
                <a:lnTo>
                  <a:pt x="12084000" y="6749999"/>
                </a:lnTo>
                <a:lnTo>
                  <a:pt x="12084000" y="108000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2192000" y="0"/>
                </a:lnTo>
                <a:lnTo>
                  <a:pt x="12192000" y="6857999"/>
                </a:lnTo>
                <a:lnTo>
                  <a:pt x="1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pic>
        <p:nvPicPr>
          <p:cNvPr id="12" name="Kép 11" descr="Csillag a háttérben&#10;&#10;A leírás teljesen megbízható">
            <a:extLst>
              <a:ext uri="{FF2B5EF4-FFF2-40B4-BE49-F238E27FC236}">
                <a16:creationId xmlns:a16="http://schemas.microsoft.com/office/drawing/2014/main" id="{A7B9653E-9AB9-F104-4C9B-36F8CB662D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75439" y="108745"/>
            <a:ext cx="5417792" cy="6635005"/>
          </a:xfrm>
          <a:prstGeom prst="rect">
            <a:avLst/>
          </a:prstGeom>
        </p:spPr>
      </p:pic>
      <p:grpSp>
        <p:nvGrpSpPr>
          <p:cNvPr id="13" name="Csoport 44">
            <a:extLst>
              <a:ext uri="{FF2B5EF4-FFF2-40B4-BE49-F238E27FC236}">
                <a16:creationId xmlns:a16="http://schemas.microsoft.com/office/drawing/2014/main" id="{85CD08DE-386A-020C-4CF5-001BBED3DB8F}"/>
              </a:ext>
            </a:extLst>
          </p:cNvPr>
          <p:cNvGrpSpPr/>
          <p:nvPr userDrawn="1"/>
        </p:nvGrpSpPr>
        <p:grpSpPr>
          <a:xfrm>
            <a:off x="7682767" y="1707806"/>
            <a:ext cx="3442387" cy="3442387"/>
            <a:chOff x="2514599" y="1566862"/>
            <a:chExt cx="3810001" cy="3810001"/>
          </a:xfrm>
          <a:effectLst>
            <a:glow rad="101600">
              <a:schemeClr val="accent2">
                <a:satMod val="175000"/>
                <a:alpha val="18000"/>
              </a:schemeClr>
            </a:glow>
          </a:effectLst>
        </p:grpSpPr>
        <p:cxnSp>
          <p:nvCxnSpPr>
            <p:cNvPr id="14" name="Egyenes összekötő 13">
              <a:extLst>
                <a:ext uri="{FF2B5EF4-FFF2-40B4-BE49-F238E27FC236}">
                  <a16:creationId xmlns:a16="http://schemas.microsoft.com/office/drawing/2014/main" id="{883CFE4A-4047-7522-E71E-6AC5DD9CA9C4}"/>
                </a:ext>
              </a:extLst>
            </p:cNvPr>
            <p:cNvCxnSpPr/>
            <p:nvPr/>
          </p:nvCxnSpPr>
          <p:spPr>
            <a:xfrm>
              <a:off x="2514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Egyenes összekötő 14">
              <a:extLst>
                <a:ext uri="{FF2B5EF4-FFF2-40B4-BE49-F238E27FC236}">
                  <a16:creationId xmlns:a16="http://schemas.microsoft.com/office/drawing/2014/main" id="{657A1E88-59A1-379D-ABDD-1A2A1F5183FB}"/>
                </a:ext>
              </a:extLst>
            </p:cNvPr>
            <p:cNvCxnSpPr/>
            <p:nvPr/>
          </p:nvCxnSpPr>
          <p:spPr>
            <a:xfrm>
              <a:off x="2895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Egyenes összekötő 15">
              <a:extLst>
                <a:ext uri="{FF2B5EF4-FFF2-40B4-BE49-F238E27FC236}">
                  <a16:creationId xmlns:a16="http://schemas.microsoft.com/office/drawing/2014/main" id="{66BA745A-1AC0-58EC-1843-C5DCAE50F060}"/>
                </a:ext>
              </a:extLst>
            </p:cNvPr>
            <p:cNvCxnSpPr/>
            <p:nvPr/>
          </p:nvCxnSpPr>
          <p:spPr>
            <a:xfrm>
              <a:off x="3276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Egyenes összekötő 16">
              <a:extLst>
                <a:ext uri="{FF2B5EF4-FFF2-40B4-BE49-F238E27FC236}">
                  <a16:creationId xmlns:a16="http://schemas.microsoft.com/office/drawing/2014/main" id="{0EB1D115-38C8-833B-B8AB-9586701C070A}"/>
                </a:ext>
              </a:extLst>
            </p:cNvPr>
            <p:cNvCxnSpPr/>
            <p:nvPr/>
          </p:nvCxnSpPr>
          <p:spPr>
            <a:xfrm>
              <a:off x="3657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gyenes összekötő 17">
              <a:extLst>
                <a:ext uri="{FF2B5EF4-FFF2-40B4-BE49-F238E27FC236}">
                  <a16:creationId xmlns:a16="http://schemas.microsoft.com/office/drawing/2014/main" id="{02152826-12A3-72E5-EE83-19E544A40515}"/>
                </a:ext>
              </a:extLst>
            </p:cNvPr>
            <p:cNvCxnSpPr/>
            <p:nvPr/>
          </p:nvCxnSpPr>
          <p:spPr>
            <a:xfrm>
              <a:off x="4038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Egyenes összekötő 18">
              <a:extLst>
                <a:ext uri="{FF2B5EF4-FFF2-40B4-BE49-F238E27FC236}">
                  <a16:creationId xmlns:a16="http://schemas.microsoft.com/office/drawing/2014/main" id="{400BFA05-7257-76BE-781C-20EEAC989921}"/>
                </a:ext>
              </a:extLst>
            </p:cNvPr>
            <p:cNvCxnSpPr/>
            <p:nvPr/>
          </p:nvCxnSpPr>
          <p:spPr>
            <a:xfrm>
              <a:off x="4419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Egyenes összekötő 19">
              <a:extLst>
                <a:ext uri="{FF2B5EF4-FFF2-40B4-BE49-F238E27FC236}">
                  <a16:creationId xmlns:a16="http://schemas.microsoft.com/office/drawing/2014/main" id="{93B68544-F5BF-7F89-0D11-5FD75FEC8F38}"/>
                </a:ext>
              </a:extLst>
            </p:cNvPr>
            <p:cNvCxnSpPr/>
            <p:nvPr/>
          </p:nvCxnSpPr>
          <p:spPr>
            <a:xfrm>
              <a:off x="4800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Egyenes összekötő 20">
              <a:extLst>
                <a:ext uri="{FF2B5EF4-FFF2-40B4-BE49-F238E27FC236}">
                  <a16:creationId xmlns:a16="http://schemas.microsoft.com/office/drawing/2014/main" id="{1A054CB2-0EFD-C85A-58BF-F97FDDE141FB}"/>
                </a:ext>
              </a:extLst>
            </p:cNvPr>
            <p:cNvCxnSpPr/>
            <p:nvPr/>
          </p:nvCxnSpPr>
          <p:spPr>
            <a:xfrm>
              <a:off x="5181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gyenes összekötő 21">
              <a:extLst>
                <a:ext uri="{FF2B5EF4-FFF2-40B4-BE49-F238E27FC236}">
                  <a16:creationId xmlns:a16="http://schemas.microsoft.com/office/drawing/2014/main" id="{C992E9AC-25BF-6B0C-C87B-1D04C0C013C6}"/>
                </a:ext>
              </a:extLst>
            </p:cNvPr>
            <p:cNvCxnSpPr/>
            <p:nvPr/>
          </p:nvCxnSpPr>
          <p:spPr>
            <a:xfrm>
              <a:off x="5562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Egyenes összekötő 22">
              <a:extLst>
                <a:ext uri="{FF2B5EF4-FFF2-40B4-BE49-F238E27FC236}">
                  <a16:creationId xmlns:a16="http://schemas.microsoft.com/office/drawing/2014/main" id="{365A6BA2-6971-A0CC-8CCA-51726E2EC632}"/>
                </a:ext>
              </a:extLst>
            </p:cNvPr>
            <p:cNvCxnSpPr/>
            <p:nvPr/>
          </p:nvCxnSpPr>
          <p:spPr>
            <a:xfrm>
              <a:off x="5943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gyenes összekötő 23">
              <a:extLst>
                <a:ext uri="{FF2B5EF4-FFF2-40B4-BE49-F238E27FC236}">
                  <a16:creationId xmlns:a16="http://schemas.microsoft.com/office/drawing/2014/main" id="{E7E8DE85-8166-44B5-AD19-E17035CC2DDC}"/>
                </a:ext>
              </a:extLst>
            </p:cNvPr>
            <p:cNvCxnSpPr/>
            <p:nvPr/>
          </p:nvCxnSpPr>
          <p:spPr>
            <a:xfrm>
              <a:off x="6324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gyenes összekötő 24">
              <a:extLst>
                <a:ext uri="{FF2B5EF4-FFF2-40B4-BE49-F238E27FC236}">
                  <a16:creationId xmlns:a16="http://schemas.microsoft.com/office/drawing/2014/main" id="{91302A9D-4D99-A870-257C-EE8A203A06DF}"/>
                </a:ext>
              </a:extLst>
            </p:cNvPr>
            <p:cNvCxnSpPr/>
            <p:nvPr/>
          </p:nvCxnSpPr>
          <p:spPr>
            <a:xfrm rot="5400000">
              <a:off x="4419598" y="-338136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gyenes összekötő 25">
              <a:extLst>
                <a:ext uri="{FF2B5EF4-FFF2-40B4-BE49-F238E27FC236}">
                  <a16:creationId xmlns:a16="http://schemas.microsoft.com/office/drawing/2014/main" id="{F8629018-8177-EE38-88B4-19101A5D67B6}"/>
                </a:ext>
              </a:extLst>
            </p:cNvPr>
            <p:cNvCxnSpPr/>
            <p:nvPr/>
          </p:nvCxnSpPr>
          <p:spPr>
            <a:xfrm rot="5400000">
              <a:off x="4419598" y="42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Egyenes összekötő 26">
              <a:extLst>
                <a:ext uri="{FF2B5EF4-FFF2-40B4-BE49-F238E27FC236}">
                  <a16:creationId xmlns:a16="http://schemas.microsoft.com/office/drawing/2014/main" id="{82CF74C8-4403-99A2-77CB-A796E35DE68B}"/>
                </a:ext>
              </a:extLst>
            </p:cNvPr>
            <p:cNvCxnSpPr/>
            <p:nvPr/>
          </p:nvCxnSpPr>
          <p:spPr>
            <a:xfrm rot="5400000">
              <a:off x="4419598" y="423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Egyenes összekötő 27">
              <a:extLst>
                <a:ext uri="{FF2B5EF4-FFF2-40B4-BE49-F238E27FC236}">
                  <a16:creationId xmlns:a16="http://schemas.microsoft.com/office/drawing/2014/main" id="{8D5B66F3-9015-EDDC-CE3F-6AE39B36B011}"/>
                </a:ext>
              </a:extLst>
            </p:cNvPr>
            <p:cNvCxnSpPr/>
            <p:nvPr/>
          </p:nvCxnSpPr>
          <p:spPr>
            <a:xfrm rot="5400000">
              <a:off x="4419598" y="804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gyenes összekötő 28">
              <a:extLst>
                <a:ext uri="{FF2B5EF4-FFF2-40B4-BE49-F238E27FC236}">
                  <a16:creationId xmlns:a16="http://schemas.microsoft.com/office/drawing/2014/main" id="{DBF66ECE-FCBB-7E0E-CCA5-CDDF7464EAEA}"/>
                </a:ext>
              </a:extLst>
            </p:cNvPr>
            <p:cNvCxnSpPr/>
            <p:nvPr/>
          </p:nvCxnSpPr>
          <p:spPr>
            <a:xfrm rot="5400000">
              <a:off x="4419598" y="1185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gyenes összekötő 29">
              <a:extLst>
                <a:ext uri="{FF2B5EF4-FFF2-40B4-BE49-F238E27FC236}">
                  <a16:creationId xmlns:a16="http://schemas.microsoft.com/office/drawing/2014/main" id="{275118FB-8019-250B-BBC3-613D1F6B9BD5}"/>
                </a:ext>
              </a:extLst>
            </p:cNvPr>
            <p:cNvCxnSpPr/>
            <p:nvPr/>
          </p:nvCxnSpPr>
          <p:spPr>
            <a:xfrm rot="5400000">
              <a:off x="4419598" y="1566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Egyenes összekötő 30">
              <a:extLst>
                <a:ext uri="{FF2B5EF4-FFF2-40B4-BE49-F238E27FC236}">
                  <a16:creationId xmlns:a16="http://schemas.microsoft.com/office/drawing/2014/main" id="{75587238-9B4D-C735-DE6C-5800B1EC9DDC}"/>
                </a:ext>
              </a:extLst>
            </p:cNvPr>
            <p:cNvCxnSpPr/>
            <p:nvPr/>
          </p:nvCxnSpPr>
          <p:spPr>
            <a:xfrm rot="5400000">
              <a:off x="4419598" y="1947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Egyenes összekötő 31">
              <a:extLst>
                <a:ext uri="{FF2B5EF4-FFF2-40B4-BE49-F238E27FC236}">
                  <a16:creationId xmlns:a16="http://schemas.microsoft.com/office/drawing/2014/main" id="{7728CB3D-7EA5-E566-40C6-84F31A0878B8}"/>
                </a:ext>
              </a:extLst>
            </p:cNvPr>
            <p:cNvCxnSpPr/>
            <p:nvPr/>
          </p:nvCxnSpPr>
          <p:spPr>
            <a:xfrm rot="5400000">
              <a:off x="4419598" y="2328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Egyenes összekötő 32">
              <a:extLst>
                <a:ext uri="{FF2B5EF4-FFF2-40B4-BE49-F238E27FC236}">
                  <a16:creationId xmlns:a16="http://schemas.microsoft.com/office/drawing/2014/main" id="{360D5D60-97B7-7CAF-47A3-9AAD723C1ADD}"/>
                </a:ext>
              </a:extLst>
            </p:cNvPr>
            <p:cNvCxnSpPr/>
            <p:nvPr/>
          </p:nvCxnSpPr>
          <p:spPr>
            <a:xfrm rot="5400000">
              <a:off x="4419598" y="2709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gyenes összekötő 33">
              <a:extLst>
                <a:ext uri="{FF2B5EF4-FFF2-40B4-BE49-F238E27FC236}">
                  <a16:creationId xmlns:a16="http://schemas.microsoft.com/office/drawing/2014/main" id="{7F5D0299-FA70-1141-66E2-4F9C178EEBB9}"/>
                </a:ext>
              </a:extLst>
            </p:cNvPr>
            <p:cNvCxnSpPr/>
            <p:nvPr/>
          </p:nvCxnSpPr>
          <p:spPr>
            <a:xfrm rot="5400000">
              <a:off x="4419598" y="3090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Egyenes összekötő 34">
              <a:extLst>
                <a:ext uri="{FF2B5EF4-FFF2-40B4-BE49-F238E27FC236}">
                  <a16:creationId xmlns:a16="http://schemas.microsoft.com/office/drawing/2014/main" id="{4D6148EB-ED29-E06F-3FA1-AEB28CE174AE}"/>
                </a:ext>
              </a:extLst>
            </p:cNvPr>
            <p:cNvCxnSpPr/>
            <p:nvPr/>
          </p:nvCxnSpPr>
          <p:spPr>
            <a:xfrm rot="5400000">
              <a:off x="4419598" y="3471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Egyenlő szárú háromszög 41">
            <a:extLst>
              <a:ext uri="{FF2B5EF4-FFF2-40B4-BE49-F238E27FC236}">
                <a16:creationId xmlns:a16="http://schemas.microsoft.com/office/drawing/2014/main" id="{B485E378-28DD-5147-2F92-B245737228BB}"/>
              </a:ext>
            </a:extLst>
          </p:cNvPr>
          <p:cNvSpPr/>
          <p:nvPr userDrawn="1"/>
        </p:nvSpPr>
        <p:spPr>
          <a:xfrm rot="10800000">
            <a:off x="9033704" y="321681"/>
            <a:ext cx="740512" cy="503107"/>
          </a:xfrm>
          <a:prstGeom prst="triangle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37" name="Egyenlő szárú háromszög 42">
            <a:extLst>
              <a:ext uri="{FF2B5EF4-FFF2-40B4-BE49-F238E27FC236}">
                <a16:creationId xmlns:a16="http://schemas.microsoft.com/office/drawing/2014/main" id="{3C8AD5DF-2DC7-50B5-6475-58F071538692}"/>
              </a:ext>
            </a:extLst>
          </p:cNvPr>
          <p:cNvSpPr/>
          <p:nvPr userDrawn="1"/>
        </p:nvSpPr>
        <p:spPr>
          <a:xfrm rot="10800000">
            <a:off x="8559341" y="1181736"/>
            <a:ext cx="1689239" cy="1147676"/>
          </a:xfrm>
          <a:prstGeom prst="triangle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38" name="Egyenlő szárú háromszög 43">
            <a:extLst>
              <a:ext uri="{FF2B5EF4-FFF2-40B4-BE49-F238E27FC236}">
                <a16:creationId xmlns:a16="http://schemas.microsoft.com/office/drawing/2014/main" id="{65FD26ED-FB26-9184-447E-E66070EF978C}"/>
              </a:ext>
            </a:extLst>
          </p:cNvPr>
          <p:cNvSpPr/>
          <p:nvPr userDrawn="1"/>
        </p:nvSpPr>
        <p:spPr>
          <a:xfrm>
            <a:off x="9131089" y="6105745"/>
            <a:ext cx="545742" cy="370779"/>
          </a:xfrm>
          <a:prstGeom prst="triangle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1155362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smtClean="0"/>
              <a:t>4/28/2025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hu-HU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272222935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smtClean="0"/>
              <a:t>4/28/2025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hu-HU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14" name="Ötszög 13" descr="Díszítő ötszög">
            <a:extLst>
              <a:ext uri="{FF2B5EF4-FFF2-40B4-BE49-F238E27FC236}">
                <a16:creationId xmlns:a16="http://schemas.microsoft.com/office/drawing/2014/main" id="{863EAE3A-1EAD-0443-5B7A-FF838E4F7F37}"/>
              </a:ext>
            </a:extLst>
          </p:cNvPr>
          <p:cNvSpPr/>
          <p:nvPr userDrawn="1"/>
        </p:nvSpPr>
        <p:spPr>
          <a:xfrm rot="20343812">
            <a:off x="4203000" y="4958316"/>
            <a:ext cx="1756955" cy="1673292"/>
          </a:xfrm>
          <a:prstGeom prst="pentagon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5" name="Ötszög 14" descr="Díszítő ötszög">
            <a:extLst>
              <a:ext uri="{FF2B5EF4-FFF2-40B4-BE49-F238E27FC236}">
                <a16:creationId xmlns:a16="http://schemas.microsoft.com/office/drawing/2014/main" id="{5B4A1831-41EB-5430-B344-C6CB0257D835}"/>
              </a:ext>
            </a:extLst>
          </p:cNvPr>
          <p:cNvSpPr/>
          <p:nvPr userDrawn="1"/>
        </p:nvSpPr>
        <p:spPr>
          <a:xfrm rot="9580640">
            <a:off x="5319672" y="4767992"/>
            <a:ext cx="1189880" cy="1133219"/>
          </a:xfrm>
          <a:prstGeom prst="pentagon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6" name="Ötszög 15" descr="Díszítő ötszög">
            <a:extLst>
              <a:ext uri="{FF2B5EF4-FFF2-40B4-BE49-F238E27FC236}">
                <a16:creationId xmlns:a16="http://schemas.microsoft.com/office/drawing/2014/main" id="{86E34C03-4DDB-B393-8DAE-4EB69CD8E6E1}"/>
              </a:ext>
            </a:extLst>
          </p:cNvPr>
          <p:cNvSpPr/>
          <p:nvPr userDrawn="1"/>
        </p:nvSpPr>
        <p:spPr>
          <a:xfrm rot="14352768">
            <a:off x="10166922" y="839584"/>
            <a:ext cx="757111" cy="721058"/>
          </a:xfrm>
          <a:prstGeom prst="pentagon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7" name="Ötszög 16" descr="Díszítő ötszög">
            <a:extLst>
              <a:ext uri="{FF2B5EF4-FFF2-40B4-BE49-F238E27FC236}">
                <a16:creationId xmlns:a16="http://schemas.microsoft.com/office/drawing/2014/main" id="{A94FF70B-FEBB-5C50-24E3-6549571899F3}"/>
              </a:ext>
            </a:extLst>
          </p:cNvPr>
          <p:cNvSpPr/>
          <p:nvPr userDrawn="1"/>
        </p:nvSpPr>
        <p:spPr>
          <a:xfrm rot="6795563">
            <a:off x="10691432" y="717562"/>
            <a:ext cx="406272" cy="386926"/>
          </a:xfrm>
          <a:prstGeom prst="pentagon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8" name="Ötszög 17" descr="Díszítő ötszög">
            <a:extLst>
              <a:ext uri="{FF2B5EF4-FFF2-40B4-BE49-F238E27FC236}">
                <a16:creationId xmlns:a16="http://schemas.microsoft.com/office/drawing/2014/main" id="{7AA3F944-EAE2-C389-B0E4-B600437F4E8A}"/>
              </a:ext>
            </a:extLst>
          </p:cNvPr>
          <p:cNvSpPr/>
          <p:nvPr userDrawn="1"/>
        </p:nvSpPr>
        <p:spPr>
          <a:xfrm rot="6795563">
            <a:off x="11499862" y="319403"/>
            <a:ext cx="139300" cy="132667"/>
          </a:xfrm>
          <a:prstGeom prst="pentagon">
            <a:avLst/>
          </a:prstGeom>
          <a:solidFill>
            <a:srgbClr val="9F759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19" name="Egyenes összekötő 18">
            <a:extLst>
              <a:ext uri="{FF2B5EF4-FFF2-40B4-BE49-F238E27FC236}">
                <a16:creationId xmlns:a16="http://schemas.microsoft.com/office/drawing/2014/main" id="{6A510735-123A-90E0-29ED-89A1E7A4D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101943" y="1978147"/>
            <a:ext cx="0" cy="2368624"/>
          </a:xfrm>
          <a:prstGeom prst="line">
            <a:avLst/>
          </a:prstGeom>
          <a:ln>
            <a:solidFill>
              <a:srgbClr val="DFAA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7759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smtClean="0"/>
              <a:t>4/28/2025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hu-HU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10" name="Ötszög 9" descr="Díszítő ötszög">
            <a:extLst>
              <a:ext uri="{FF2B5EF4-FFF2-40B4-BE49-F238E27FC236}">
                <a16:creationId xmlns:a16="http://schemas.microsoft.com/office/drawing/2014/main" id="{F64D1AEF-DB7F-F759-8B9F-1357C0AFBF49}"/>
              </a:ext>
            </a:extLst>
          </p:cNvPr>
          <p:cNvSpPr/>
          <p:nvPr userDrawn="1"/>
        </p:nvSpPr>
        <p:spPr>
          <a:xfrm rot="20343812">
            <a:off x="4203000" y="4958316"/>
            <a:ext cx="1756955" cy="1673292"/>
          </a:xfrm>
          <a:prstGeom prst="pentagon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1" name="Ötszög 10" descr="Díszítő ötszög">
            <a:extLst>
              <a:ext uri="{FF2B5EF4-FFF2-40B4-BE49-F238E27FC236}">
                <a16:creationId xmlns:a16="http://schemas.microsoft.com/office/drawing/2014/main" id="{EC711957-75AF-ADE4-C878-803234D32ECF}"/>
              </a:ext>
            </a:extLst>
          </p:cNvPr>
          <p:cNvSpPr/>
          <p:nvPr userDrawn="1"/>
        </p:nvSpPr>
        <p:spPr>
          <a:xfrm rot="9580640">
            <a:off x="5319672" y="4767992"/>
            <a:ext cx="1189880" cy="1133219"/>
          </a:xfrm>
          <a:prstGeom prst="pentagon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2" name="Ötszög 11" descr="Díszítő ötszög">
            <a:extLst>
              <a:ext uri="{FF2B5EF4-FFF2-40B4-BE49-F238E27FC236}">
                <a16:creationId xmlns:a16="http://schemas.microsoft.com/office/drawing/2014/main" id="{040FCAE8-B2BC-65B3-816C-D48CE9F82306}"/>
              </a:ext>
            </a:extLst>
          </p:cNvPr>
          <p:cNvSpPr/>
          <p:nvPr userDrawn="1"/>
        </p:nvSpPr>
        <p:spPr>
          <a:xfrm rot="14352768">
            <a:off x="10166922" y="839584"/>
            <a:ext cx="757111" cy="721058"/>
          </a:xfrm>
          <a:prstGeom prst="pentagon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3" name="Ötszög 12" descr="Díszítő ötszög">
            <a:extLst>
              <a:ext uri="{FF2B5EF4-FFF2-40B4-BE49-F238E27FC236}">
                <a16:creationId xmlns:a16="http://schemas.microsoft.com/office/drawing/2014/main" id="{CA4F3AF5-C047-42F9-CEA8-3EE8D5056D31}"/>
              </a:ext>
            </a:extLst>
          </p:cNvPr>
          <p:cNvSpPr/>
          <p:nvPr userDrawn="1"/>
        </p:nvSpPr>
        <p:spPr>
          <a:xfrm rot="6795563">
            <a:off x="10691432" y="717562"/>
            <a:ext cx="406272" cy="386926"/>
          </a:xfrm>
          <a:prstGeom prst="pentagon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4" name="Ötszög 13" descr="Díszítő ötszög">
            <a:extLst>
              <a:ext uri="{FF2B5EF4-FFF2-40B4-BE49-F238E27FC236}">
                <a16:creationId xmlns:a16="http://schemas.microsoft.com/office/drawing/2014/main" id="{23CBFAA2-9F80-6699-9209-9E5DB6276E33}"/>
              </a:ext>
            </a:extLst>
          </p:cNvPr>
          <p:cNvSpPr/>
          <p:nvPr userDrawn="1"/>
        </p:nvSpPr>
        <p:spPr>
          <a:xfrm rot="6795563">
            <a:off x="11499862" y="319403"/>
            <a:ext cx="139300" cy="132667"/>
          </a:xfrm>
          <a:prstGeom prst="pentagon">
            <a:avLst/>
          </a:prstGeom>
          <a:solidFill>
            <a:srgbClr val="9F759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3205686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smtClean="0"/>
              <a:t>4/28/2025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hu-HU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7" name="Ötszög 6" descr="Díszítő ötszög">
            <a:extLst>
              <a:ext uri="{FF2B5EF4-FFF2-40B4-BE49-F238E27FC236}">
                <a16:creationId xmlns:a16="http://schemas.microsoft.com/office/drawing/2014/main" id="{000237F9-173B-28DC-2BE7-A69B10620215}"/>
              </a:ext>
            </a:extLst>
          </p:cNvPr>
          <p:cNvSpPr/>
          <p:nvPr userDrawn="1"/>
        </p:nvSpPr>
        <p:spPr>
          <a:xfrm rot="20343812">
            <a:off x="4203000" y="4958316"/>
            <a:ext cx="1756955" cy="1673292"/>
          </a:xfrm>
          <a:prstGeom prst="pentagon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8" name="Ötszög 7" descr="Díszítő ötszög">
            <a:extLst>
              <a:ext uri="{FF2B5EF4-FFF2-40B4-BE49-F238E27FC236}">
                <a16:creationId xmlns:a16="http://schemas.microsoft.com/office/drawing/2014/main" id="{3B131587-533C-0626-175E-11D373DDCC12}"/>
              </a:ext>
            </a:extLst>
          </p:cNvPr>
          <p:cNvSpPr/>
          <p:nvPr userDrawn="1"/>
        </p:nvSpPr>
        <p:spPr>
          <a:xfrm rot="9580640">
            <a:off x="5319672" y="4767992"/>
            <a:ext cx="1189880" cy="1133219"/>
          </a:xfrm>
          <a:prstGeom prst="pentagon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9" name="Ötszög 8" descr="Díszítő ötszög">
            <a:extLst>
              <a:ext uri="{FF2B5EF4-FFF2-40B4-BE49-F238E27FC236}">
                <a16:creationId xmlns:a16="http://schemas.microsoft.com/office/drawing/2014/main" id="{24906632-6D50-8869-DDA8-30A405637A5B}"/>
              </a:ext>
            </a:extLst>
          </p:cNvPr>
          <p:cNvSpPr/>
          <p:nvPr userDrawn="1"/>
        </p:nvSpPr>
        <p:spPr>
          <a:xfrm rot="14352768">
            <a:off x="10166922" y="839584"/>
            <a:ext cx="757111" cy="721058"/>
          </a:xfrm>
          <a:prstGeom prst="pentagon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0" name="Ötszög 9" descr="Díszítő ötszög">
            <a:extLst>
              <a:ext uri="{FF2B5EF4-FFF2-40B4-BE49-F238E27FC236}">
                <a16:creationId xmlns:a16="http://schemas.microsoft.com/office/drawing/2014/main" id="{4EB086CF-9E62-33AF-72A5-C6F530272B3D}"/>
              </a:ext>
            </a:extLst>
          </p:cNvPr>
          <p:cNvSpPr/>
          <p:nvPr userDrawn="1"/>
        </p:nvSpPr>
        <p:spPr>
          <a:xfrm rot="6795563">
            <a:off x="10691432" y="717562"/>
            <a:ext cx="406272" cy="386926"/>
          </a:xfrm>
          <a:prstGeom prst="pentagon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1" name="Ötszög 10" descr="Díszítő ötszög">
            <a:extLst>
              <a:ext uri="{FF2B5EF4-FFF2-40B4-BE49-F238E27FC236}">
                <a16:creationId xmlns:a16="http://schemas.microsoft.com/office/drawing/2014/main" id="{8A84E11E-F003-BD56-BB9E-C4C3652DB2AA}"/>
              </a:ext>
            </a:extLst>
          </p:cNvPr>
          <p:cNvSpPr/>
          <p:nvPr userDrawn="1"/>
        </p:nvSpPr>
        <p:spPr>
          <a:xfrm rot="6795563">
            <a:off x="11499862" y="319403"/>
            <a:ext cx="139300" cy="132667"/>
          </a:xfrm>
          <a:prstGeom prst="pentagon">
            <a:avLst/>
          </a:prstGeom>
          <a:solidFill>
            <a:srgbClr val="9F759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800607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smtClean="0"/>
              <a:t>4/28/2025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hu-HU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12" name="Ötszög 11" descr="Díszítő ötszög">
            <a:extLst>
              <a:ext uri="{FF2B5EF4-FFF2-40B4-BE49-F238E27FC236}">
                <a16:creationId xmlns:a16="http://schemas.microsoft.com/office/drawing/2014/main" id="{49EBB7F7-F939-0044-BA7E-620D4DD7763C}"/>
              </a:ext>
            </a:extLst>
          </p:cNvPr>
          <p:cNvSpPr/>
          <p:nvPr userDrawn="1"/>
        </p:nvSpPr>
        <p:spPr>
          <a:xfrm rot="20343812">
            <a:off x="4203000" y="4958316"/>
            <a:ext cx="1756955" cy="1673292"/>
          </a:xfrm>
          <a:prstGeom prst="pentagon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3" name="Ötszög 12" descr="Díszítő ötszög">
            <a:extLst>
              <a:ext uri="{FF2B5EF4-FFF2-40B4-BE49-F238E27FC236}">
                <a16:creationId xmlns:a16="http://schemas.microsoft.com/office/drawing/2014/main" id="{7C837BFD-14D2-F10F-5C69-3F18E5141C7E}"/>
              </a:ext>
            </a:extLst>
          </p:cNvPr>
          <p:cNvSpPr/>
          <p:nvPr userDrawn="1"/>
        </p:nvSpPr>
        <p:spPr>
          <a:xfrm rot="9580640">
            <a:off x="5319672" y="4767992"/>
            <a:ext cx="1189880" cy="1133219"/>
          </a:xfrm>
          <a:prstGeom prst="pentagon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4" name="Ötszög 13" descr="Díszítő ötszög">
            <a:extLst>
              <a:ext uri="{FF2B5EF4-FFF2-40B4-BE49-F238E27FC236}">
                <a16:creationId xmlns:a16="http://schemas.microsoft.com/office/drawing/2014/main" id="{802888AB-338A-F9F3-748F-F6CC3228E04F}"/>
              </a:ext>
            </a:extLst>
          </p:cNvPr>
          <p:cNvSpPr/>
          <p:nvPr userDrawn="1"/>
        </p:nvSpPr>
        <p:spPr>
          <a:xfrm rot="14352768">
            <a:off x="10166922" y="839584"/>
            <a:ext cx="757111" cy="721058"/>
          </a:xfrm>
          <a:prstGeom prst="pentagon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5" name="Ötszög 14" descr="Díszítő ötszög">
            <a:extLst>
              <a:ext uri="{FF2B5EF4-FFF2-40B4-BE49-F238E27FC236}">
                <a16:creationId xmlns:a16="http://schemas.microsoft.com/office/drawing/2014/main" id="{9C5613A0-0281-9B67-DE32-E89BCC9452B3}"/>
              </a:ext>
            </a:extLst>
          </p:cNvPr>
          <p:cNvSpPr/>
          <p:nvPr userDrawn="1"/>
        </p:nvSpPr>
        <p:spPr>
          <a:xfrm rot="6795563">
            <a:off x="10691432" y="717562"/>
            <a:ext cx="406272" cy="386926"/>
          </a:xfrm>
          <a:prstGeom prst="pentagon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6" name="Ötszög 15" descr="Díszítő ötszög">
            <a:extLst>
              <a:ext uri="{FF2B5EF4-FFF2-40B4-BE49-F238E27FC236}">
                <a16:creationId xmlns:a16="http://schemas.microsoft.com/office/drawing/2014/main" id="{0F29A33F-D373-4F4F-6514-89D25D1AB9B9}"/>
              </a:ext>
            </a:extLst>
          </p:cNvPr>
          <p:cNvSpPr/>
          <p:nvPr userDrawn="1"/>
        </p:nvSpPr>
        <p:spPr>
          <a:xfrm rot="6795563">
            <a:off x="11499862" y="319403"/>
            <a:ext cx="139300" cy="132667"/>
          </a:xfrm>
          <a:prstGeom prst="pentagon">
            <a:avLst/>
          </a:prstGeom>
          <a:solidFill>
            <a:srgbClr val="9F759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500980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smtClean="0"/>
              <a:t>4/28/2025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hu-HU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12" name="Ötszög 11" descr="Díszítő ötszög">
            <a:extLst>
              <a:ext uri="{FF2B5EF4-FFF2-40B4-BE49-F238E27FC236}">
                <a16:creationId xmlns:a16="http://schemas.microsoft.com/office/drawing/2014/main" id="{1B6777A1-7F2D-0A11-9EB8-54738BCED463}"/>
              </a:ext>
            </a:extLst>
          </p:cNvPr>
          <p:cNvSpPr/>
          <p:nvPr userDrawn="1"/>
        </p:nvSpPr>
        <p:spPr>
          <a:xfrm rot="20343812">
            <a:off x="4203000" y="4958316"/>
            <a:ext cx="1756955" cy="1673292"/>
          </a:xfrm>
          <a:prstGeom prst="pentagon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3" name="Ötszög 12" descr="Díszítő ötszög">
            <a:extLst>
              <a:ext uri="{FF2B5EF4-FFF2-40B4-BE49-F238E27FC236}">
                <a16:creationId xmlns:a16="http://schemas.microsoft.com/office/drawing/2014/main" id="{4202736F-3EBF-243A-D8E4-D4B3498C554E}"/>
              </a:ext>
            </a:extLst>
          </p:cNvPr>
          <p:cNvSpPr/>
          <p:nvPr userDrawn="1"/>
        </p:nvSpPr>
        <p:spPr>
          <a:xfrm rot="9580640">
            <a:off x="5319672" y="4767992"/>
            <a:ext cx="1189880" cy="1133219"/>
          </a:xfrm>
          <a:prstGeom prst="pentagon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4" name="Ötszög 13" descr="Díszítő ötszög">
            <a:extLst>
              <a:ext uri="{FF2B5EF4-FFF2-40B4-BE49-F238E27FC236}">
                <a16:creationId xmlns:a16="http://schemas.microsoft.com/office/drawing/2014/main" id="{AD43EF53-3938-8750-D48B-684C3B913D69}"/>
              </a:ext>
            </a:extLst>
          </p:cNvPr>
          <p:cNvSpPr/>
          <p:nvPr userDrawn="1"/>
        </p:nvSpPr>
        <p:spPr>
          <a:xfrm rot="14352768">
            <a:off x="10166922" y="839584"/>
            <a:ext cx="757111" cy="721058"/>
          </a:xfrm>
          <a:prstGeom prst="pentagon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5" name="Ötszög 14" descr="Díszítő ötszög">
            <a:extLst>
              <a:ext uri="{FF2B5EF4-FFF2-40B4-BE49-F238E27FC236}">
                <a16:creationId xmlns:a16="http://schemas.microsoft.com/office/drawing/2014/main" id="{5F6BD947-1D48-C8C2-7CD0-5664F3004779}"/>
              </a:ext>
            </a:extLst>
          </p:cNvPr>
          <p:cNvSpPr/>
          <p:nvPr userDrawn="1"/>
        </p:nvSpPr>
        <p:spPr>
          <a:xfrm rot="6795563">
            <a:off x="10691432" y="717562"/>
            <a:ext cx="406272" cy="386926"/>
          </a:xfrm>
          <a:prstGeom prst="pentagon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6" name="Ötszög 15" descr="Díszítő ötszög">
            <a:extLst>
              <a:ext uri="{FF2B5EF4-FFF2-40B4-BE49-F238E27FC236}">
                <a16:creationId xmlns:a16="http://schemas.microsoft.com/office/drawing/2014/main" id="{D65910C6-2686-3E42-656A-E21C2687EBC4}"/>
              </a:ext>
            </a:extLst>
          </p:cNvPr>
          <p:cNvSpPr/>
          <p:nvPr userDrawn="1"/>
        </p:nvSpPr>
        <p:spPr>
          <a:xfrm rot="6795563">
            <a:off x="11499862" y="319403"/>
            <a:ext cx="139300" cy="132667"/>
          </a:xfrm>
          <a:prstGeom prst="pentagon">
            <a:avLst/>
          </a:prstGeom>
          <a:solidFill>
            <a:srgbClr val="9F759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2067267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smtClean="0"/>
              <a:t>4/28/2025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hu-HU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372320852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smtClean="0"/>
              <a:t>4/28/2025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hu-HU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177995915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smtClean="0"/>
              <a:t>4/28/2025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hu-HU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7521540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smtClean="0"/>
              <a:t>4/28/2025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hu-HU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119923066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smtClean="0"/>
              <a:t>4/28/2025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hu-HU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2750308271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smtClean="0"/>
              <a:t>4/28/2025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hu-HU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175143311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smtClean="0"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hu-H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2738747197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smtClean="0"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pPr rtl="0"/>
            <a:endParaRPr lang="hu-H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2251373174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ímdia képpel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églalap 13">
            <a:extLst>
              <a:ext uri="{FF2B5EF4-FFF2-40B4-BE49-F238E27FC236}">
                <a16:creationId xmlns:a16="http://schemas.microsoft.com/office/drawing/2014/main" id="{A945F115-22EA-452C-BEFF-B86EC6B0D0B2}"/>
              </a:ext>
            </a:extLst>
          </p:cNvPr>
          <p:cNvSpPr/>
          <p:nvPr userDrawn="1"/>
        </p:nvSpPr>
        <p:spPr>
          <a:xfrm>
            <a:off x="6677617" y="107999"/>
            <a:ext cx="5400000" cy="66600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grpSp>
        <p:nvGrpSpPr>
          <p:cNvPr id="45" name="Csoport 44">
            <a:extLst>
              <a:ext uri="{FF2B5EF4-FFF2-40B4-BE49-F238E27FC236}">
                <a16:creationId xmlns:a16="http://schemas.microsoft.com/office/drawing/2014/main" id="{00D551C8-4BF9-413C-A7A0-7C874EA0C1EB}"/>
              </a:ext>
            </a:extLst>
          </p:cNvPr>
          <p:cNvGrpSpPr/>
          <p:nvPr userDrawn="1"/>
        </p:nvGrpSpPr>
        <p:grpSpPr>
          <a:xfrm>
            <a:off x="7775280" y="1707806"/>
            <a:ext cx="3442387" cy="3442387"/>
            <a:chOff x="2514599" y="1566862"/>
            <a:chExt cx="3810001" cy="3810001"/>
          </a:xfrm>
        </p:grpSpPr>
        <p:cxnSp>
          <p:nvCxnSpPr>
            <p:cNvPr id="46" name="Egyenes összekötő 45">
              <a:extLst>
                <a:ext uri="{FF2B5EF4-FFF2-40B4-BE49-F238E27FC236}">
                  <a16:creationId xmlns:a16="http://schemas.microsoft.com/office/drawing/2014/main" id="{9B40F6CC-7795-4615-90F1-11497899DD3A}"/>
                </a:ext>
              </a:extLst>
            </p:cNvPr>
            <p:cNvCxnSpPr/>
            <p:nvPr/>
          </p:nvCxnSpPr>
          <p:spPr>
            <a:xfrm>
              <a:off x="2514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rgbClr val="BADEDA"/>
                  </a:gs>
                  <a:gs pos="100000">
                    <a:srgbClr val="F8BCB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Egyenes összekötő 46">
              <a:extLst>
                <a:ext uri="{FF2B5EF4-FFF2-40B4-BE49-F238E27FC236}">
                  <a16:creationId xmlns:a16="http://schemas.microsoft.com/office/drawing/2014/main" id="{189DD442-0FCD-4DA1-84E0-2E386C66959A}"/>
                </a:ext>
              </a:extLst>
            </p:cNvPr>
            <p:cNvCxnSpPr/>
            <p:nvPr/>
          </p:nvCxnSpPr>
          <p:spPr>
            <a:xfrm>
              <a:off x="2895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rgbClr val="BADEDA"/>
                  </a:gs>
                  <a:gs pos="100000">
                    <a:srgbClr val="F8BCB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Egyenes összekötő 47">
              <a:extLst>
                <a:ext uri="{FF2B5EF4-FFF2-40B4-BE49-F238E27FC236}">
                  <a16:creationId xmlns:a16="http://schemas.microsoft.com/office/drawing/2014/main" id="{6794EC30-C68F-4F8F-A11C-8A12D4C44359}"/>
                </a:ext>
              </a:extLst>
            </p:cNvPr>
            <p:cNvCxnSpPr/>
            <p:nvPr/>
          </p:nvCxnSpPr>
          <p:spPr>
            <a:xfrm>
              <a:off x="3276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rgbClr val="BADEDA"/>
                  </a:gs>
                  <a:gs pos="100000">
                    <a:srgbClr val="F8BCB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Egyenes összekötő 48">
              <a:extLst>
                <a:ext uri="{FF2B5EF4-FFF2-40B4-BE49-F238E27FC236}">
                  <a16:creationId xmlns:a16="http://schemas.microsoft.com/office/drawing/2014/main" id="{299D75E9-9ABA-49DA-8C08-01690B2048D6}"/>
                </a:ext>
              </a:extLst>
            </p:cNvPr>
            <p:cNvCxnSpPr/>
            <p:nvPr/>
          </p:nvCxnSpPr>
          <p:spPr>
            <a:xfrm>
              <a:off x="3657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rgbClr val="BADEDA"/>
                  </a:gs>
                  <a:gs pos="100000">
                    <a:srgbClr val="F8BCB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Egyenes összekötő 49">
              <a:extLst>
                <a:ext uri="{FF2B5EF4-FFF2-40B4-BE49-F238E27FC236}">
                  <a16:creationId xmlns:a16="http://schemas.microsoft.com/office/drawing/2014/main" id="{DEF629BA-5818-4F68-84E0-9709E53CCE12}"/>
                </a:ext>
              </a:extLst>
            </p:cNvPr>
            <p:cNvCxnSpPr/>
            <p:nvPr/>
          </p:nvCxnSpPr>
          <p:spPr>
            <a:xfrm>
              <a:off x="4038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rgbClr val="BADEDA"/>
                  </a:gs>
                  <a:gs pos="100000">
                    <a:srgbClr val="F8BCB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gyenes összekötő 50">
              <a:extLst>
                <a:ext uri="{FF2B5EF4-FFF2-40B4-BE49-F238E27FC236}">
                  <a16:creationId xmlns:a16="http://schemas.microsoft.com/office/drawing/2014/main" id="{BE66E45C-2D7B-4E77-AB2D-087DD07929C9}"/>
                </a:ext>
              </a:extLst>
            </p:cNvPr>
            <p:cNvCxnSpPr/>
            <p:nvPr/>
          </p:nvCxnSpPr>
          <p:spPr>
            <a:xfrm>
              <a:off x="4419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rgbClr val="BADEDA"/>
                  </a:gs>
                  <a:gs pos="100000">
                    <a:srgbClr val="F8BCB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Egyenes összekötő 51">
              <a:extLst>
                <a:ext uri="{FF2B5EF4-FFF2-40B4-BE49-F238E27FC236}">
                  <a16:creationId xmlns:a16="http://schemas.microsoft.com/office/drawing/2014/main" id="{AC559F57-DF51-477A-9664-F0A6E4593345}"/>
                </a:ext>
              </a:extLst>
            </p:cNvPr>
            <p:cNvCxnSpPr/>
            <p:nvPr/>
          </p:nvCxnSpPr>
          <p:spPr>
            <a:xfrm>
              <a:off x="4800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rgbClr val="BADEDA"/>
                  </a:gs>
                  <a:gs pos="100000">
                    <a:srgbClr val="F8BCB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Egyenes összekötő 52">
              <a:extLst>
                <a:ext uri="{FF2B5EF4-FFF2-40B4-BE49-F238E27FC236}">
                  <a16:creationId xmlns:a16="http://schemas.microsoft.com/office/drawing/2014/main" id="{D81DE1A2-6CF2-4830-836F-E2B649B096AF}"/>
                </a:ext>
              </a:extLst>
            </p:cNvPr>
            <p:cNvCxnSpPr/>
            <p:nvPr/>
          </p:nvCxnSpPr>
          <p:spPr>
            <a:xfrm>
              <a:off x="5181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rgbClr val="BADEDA"/>
                  </a:gs>
                  <a:gs pos="100000">
                    <a:srgbClr val="F8BCB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Egyenes összekötő 53">
              <a:extLst>
                <a:ext uri="{FF2B5EF4-FFF2-40B4-BE49-F238E27FC236}">
                  <a16:creationId xmlns:a16="http://schemas.microsoft.com/office/drawing/2014/main" id="{022986E8-9A85-40DF-88CF-4589415D686E}"/>
                </a:ext>
              </a:extLst>
            </p:cNvPr>
            <p:cNvCxnSpPr/>
            <p:nvPr/>
          </p:nvCxnSpPr>
          <p:spPr>
            <a:xfrm>
              <a:off x="5562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rgbClr val="BADEDA"/>
                  </a:gs>
                  <a:gs pos="100000">
                    <a:srgbClr val="F8BCB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Egyenes összekötő 54">
              <a:extLst>
                <a:ext uri="{FF2B5EF4-FFF2-40B4-BE49-F238E27FC236}">
                  <a16:creationId xmlns:a16="http://schemas.microsoft.com/office/drawing/2014/main" id="{6A6F3BC4-5CDA-4ADE-8C98-B45EEEA9E822}"/>
                </a:ext>
              </a:extLst>
            </p:cNvPr>
            <p:cNvCxnSpPr/>
            <p:nvPr/>
          </p:nvCxnSpPr>
          <p:spPr>
            <a:xfrm>
              <a:off x="5943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rgbClr val="BADEDA"/>
                  </a:gs>
                  <a:gs pos="100000">
                    <a:srgbClr val="F8BCB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Egyenes összekötő 55">
              <a:extLst>
                <a:ext uri="{FF2B5EF4-FFF2-40B4-BE49-F238E27FC236}">
                  <a16:creationId xmlns:a16="http://schemas.microsoft.com/office/drawing/2014/main" id="{ABB92487-E701-4906-B242-5E896B1FC968}"/>
                </a:ext>
              </a:extLst>
            </p:cNvPr>
            <p:cNvCxnSpPr/>
            <p:nvPr/>
          </p:nvCxnSpPr>
          <p:spPr>
            <a:xfrm>
              <a:off x="6324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rgbClr val="BADEDA"/>
                  </a:gs>
                  <a:gs pos="100000">
                    <a:srgbClr val="F8BCB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Egyenes összekötő 56">
              <a:extLst>
                <a:ext uri="{FF2B5EF4-FFF2-40B4-BE49-F238E27FC236}">
                  <a16:creationId xmlns:a16="http://schemas.microsoft.com/office/drawing/2014/main" id="{8FFED390-C005-488A-801D-51F5E5D5E636}"/>
                </a:ext>
              </a:extLst>
            </p:cNvPr>
            <p:cNvCxnSpPr/>
            <p:nvPr/>
          </p:nvCxnSpPr>
          <p:spPr>
            <a:xfrm rot="5400000">
              <a:off x="4419598" y="-338136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rgbClr val="BADEDA"/>
                  </a:gs>
                  <a:gs pos="100000">
                    <a:srgbClr val="F8BCB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Egyenes összekötő 57">
              <a:extLst>
                <a:ext uri="{FF2B5EF4-FFF2-40B4-BE49-F238E27FC236}">
                  <a16:creationId xmlns:a16="http://schemas.microsoft.com/office/drawing/2014/main" id="{C0ECF5DE-7D63-4E09-A990-9EFE8F3E2444}"/>
                </a:ext>
              </a:extLst>
            </p:cNvPr>
            <p:cNvCxnSpPr/>
            <p:nvPr/>
          </p:nvCxnSpPr>
          <p:spPr>
            <a:xfrm rot="5400000">
              <a:off x="4419598" y="42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rgbClr val="BADEDA"/>
                  </a:gs>
                  <a:gs pos="100000">
                    <a:srgbClr val="F8BCB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Egyenes összekötő 58">
              <a:extLst>
                <a:ext uri="{FF2B5EF4-FFF2-40B4-BE49-F238E27FC236}">
                  <a16:creationId xmlns:a16="http://schemas.microsoft.com/office/drawing/2014/main" id="{66F82FBE-68FB-4DEB-8029-66924BDA4D1E}"/>
                </a:ext>
              </a:extLst>
            </p:cNvPr>
            <p:cNvCxnSpPr/>
            <p:nvPr/>
          </p:nvCxnSpPr>
          <p:spPr>
            <a:xfrm rot="5400000">
              <a:off x="4419598" y="423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rgbClr val="BADEDA"/>
                  </a:gs>
                  <a:gs pos="100000">
                    <a:srgbClr val="F8BCB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Egyenes összekötő 59">
              <a:extLst>
                <a:ext uri="{FF2B5EF4-FFF2-40B4-BE49-F238E27FC236}">
                  <a16:creationId xmlns:a16="http://schemas.microsoft.com/office/drawing/2014/main" id="{D9E1BB4E-09B6-4106-BDE3-A38644EF47E1}"/>
                </a:ext>
              </a:extLst>
            </p:cNvPr>
            <p:cNvCxnSpPr/>
            <p:nvPr/>
          </p:nvCxnSpPr>
          <p:spPr>
            <a:xfrm rot="5400000">
              <a:off x="4419598" y="804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rgbClr val="BADEDA"/>
                  </a:gs>
                  <a:gs pos="100000">
                    <a:srgbClr val="F8BCB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Egyenes összekötő 60">
              <a:extLst>
                <a:ext uri="{FF2B5EF4-FFF2-40B4-BE49-F238E27FC236}">
                  <a16:creationId xmlns:a16="http://schemas.microsoft.com/office/drawing/2014/main" id="{48FE8515-C6DF-47C8-B17B-D1488CFB34EB}"/>
                </a:ext>
              </a:extLst>
            </p:cNvPr>
            <p:cNvCxnSpPr/>
            <p:nvPr/>
          </p:nvCxnSpPr>
          <p:spPr>
            <a:xfrm rot="5400000">
              <a:off x="4419598" y="1185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rgbClr val="BADEDA"/>
                  </a:gs>
                  <a:gs pos="100000">
                    <a:srgbClr val="F8BCB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Egyenes összekötő 61">
              <a:extLst>
                <a:ext uri="{FF2B5EF4-FFF2-40B4-BE49-F238E27FC236}">
                  <a16:creationId xmlns:a16="http://schemas.microsoft.com/office/drawing/2014/main" id="{E7D81FB4-C78B-4F71-83FF-F3BA73E121ED}"/>
                </a:ext>
              </a:extLst>
            </p:cNvPr>
            <p:cNvCxnSpPr/>
            <p:nvPr/>
          </p:nvCxnSpPr>
          <p:spPr>
            <a:xfrm rot="5400000">
              <a:off x="4419598" y="1566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rgbClr val="BADEDA"/>
                  </a:gs>
                  <a:gs pos="100000">
                    <a:srgbClr val="F8BCB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Egyenes összekötő 62">
              <a:extLst>
                <a:ext uri="{FF2B5EF4-FFF2-40B4-BE49-F238E27FC236}">
                  <a16:creationId xmlns:a16="http://schemas.microsoft.com/office/drawing/2014/main" id="{FC6C6E5D-0A27-4FFE-8A9F-0B4550BE631B}"/>
                </a:ext>
              </a:extLst>
            </p:cNvPr>
            <p:cNvCxnSpPr/>
            <p:nvPr/>
          </p:nvCxnSpPr>
          <p:spPr>
            <a:xfrm rot="5400000">
              <a:off x="4419598" y="1947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rgbClr val="BADEDA"/>
                  </a:gs>
                  <a:gs pos="100000">
                    <a:srgbClr val="F8BCB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Egyenes összekötő 63">
              <a:extLst>
                <a:ext uri="{FF2B5EF4-FFF2-40B4-BE49-F238E27FC236}">
                  <a16:creationId xmlns:a16="http://schemas.microsoft.com/office/drawing/2014/main" id="{E9C5B91D-89A8-4C76-B499-BEA540B1F253}"/>
                </a:ext>
              </a:extLst>
            </p:cNvPr>
            <p:cNvCxnSpPr/>
            <p:nvPr/>
          </p:nvCxnSpPr>
          <p:spPr>
            <a:xfrm rot="5400000">
              <a:off x="4419598" y="2328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rgbClr val="BADEDA"/>
                  </a:gs>
                  <a:gs pos="100000">
                    <a:srgbClr val="F8BCB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Egyenes összekötő 64">
              <a:extLst>
                <a:ext uri="{FF2B5EF4-FFF2-40B4-BE49-F238E27FC236}">
                  <a16:creationId xmlns:a16="http://schemas.microsoft.com/office/drawing/2014/main" id="{A66B5249-941F-4ED5-8297-FB24511B0114}"/>
                </a:ext>
              </a:extLst>
            </p:cNvPr>
            <p:cNvCxnSpPr/>
            <p:nvPr/>
          </p:nvCxnSpPr>
          <p:spPr>
            <a:xfrm rot="5400000">
              <a:off x="4419598" y="2709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rgbClr val="BADEDA"/>
                  </a:gs>
                  <a:gs pos="100000">
                    <a:srgbClr val="F8BCB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Egyenes összekötő 65">
              <a:extLst>
                <a:ext uri="{FF2B5EF4-FFF2-40B4-BE49-F238E27FC236}">
                  <a16:creationId xmlns:a16="http://schemas.microsoft.com/office/drawing/2014/main" id="{4B647CA6-2EEA-4936-AC3F-369D8F873A1D}"/>
                </a:ext>
              </a:extLst>
            </p:cNvPr>
            <p:cNvCxnSpPr/>
            <p:nvPr/>
          </p:nvCxnSpPr>
          <p:spPr>
            <a:xfrm rot="5400000">
              <a:off x="4419598" y="3090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rgbClr val="BADEDA"/>
                  </a:gs>
                  <a:gs pos="100000">
                    <a:srgbClr val="F8BCB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:a16="http://schemas.microsoft.com/office/drawing/2014/main" id="{8CDA9DB4-338F-40E7-96CE-4D323CD63D2D}"/>
                </a:ext>
              </a:extLst>
            </p:cNvPr>
            <p:cNvCxnSpPr/>
            <p:nvPr/>
          </p:nvCxnSpPr>
          <p:spPr>
            <a:xfrm rot="5400000">
              <a:off x="4419598" y="3471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rgbClr val="BADEDA"/>
                  </a:gs>
                  <a:gs pos="100000">
                    <a:srgbClr val="F8BCB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Kép helyőrzője 4">
            <a:extLst>
              <a:ext uri="{FF2B5EF4-FFF2-40B4-BE49-F238E27FC236}">
                <a16:creationId xmlns:a16="http://schemas.microsoft.com/office/drawing/2014/main" id="{87AFE1F3-2DF6-4ACF-9437-8C79F0889B2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8000" y="108000"/>
            <a:ext cx="6573838" cy="6635750"/>
          </a:xfrm>
          <a:solidFill>
            <a:schemeClr val="accent5"/>
          </a:solidFill>
        </p:spPr>
        <p:txBody>
          <a:bodyPr rtlCol="0" anchor="ctr"/>
          <a:lstStyle>
            <a:lvl1pPr marL="0" indent="0" algn="ctr">
              <a:buNone/>
              <a:defRPr sz="14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hu-HU" noProof="0" dirty="0"/>
              <a:t>Szúrja be vagy húzza ide a fényképét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37617" y="2321292"/>
            <a:ext cx="4680000" cy="2215415"/>
          </a:xfrm>
          <a:noFill/>
        </p:spPr>
        <p:txBody>
          <a:bodyPr wrap="square" rtlCol="0">
            <a:spAutoFit/>
            <a:scene3d>
              <a:camera prst="perspectiveContrastingLeftFacing" fov="6300000">
                <a:rot lat="20400000" lon="1200000" rev="0"/>
              </a:camera>
              <a:lightRig rig="freezing" dir="t">
                <a:rot lat="0" lon="0" rev="600000"/>
              </a:lightRig>
            </a:scene3d>
            <a:sp3d extrusionH="196850" contourW="25400" prstMaterial="clear">
              <a:bevelT w="44450" h="38100" prst="relaxedInset"/>
              <a:bevelB w="82550" h="38100" prst="coolSlant"/>
              <a:contourClr>
                <a:schemeClr val="accent1">
                  <a:lumMod val="20000"/>
                  <a:lumOff val="80000"/>
                </a:schemeClr>
              </a:contourClr>
            </a:sp3d>
          </a:bodyPr>
          <a:lstStyle>
            <a:lvl1pPr>
              <a:defRPr lang="en-ZA" sz="7000" b="1" spc="-600" dirty="0">
                <a:gradFill>
                  <a:gsLst>
                    <a:gs pos="0">
                      <a:srgbClr val="C5ECF1"/>
                    </a:gs>
                    <a:gs pos="48000">
                      <a:srgbClr val="6FC0EF"/>
                    </a:gs>
                    <a:gs pos="48000">
                      <a:srgbClr val="235FA8"/>
                    </a:gs>
                    <a:gs pos="98230">
                      <a:schemeClr val="bg1"/>
                    </a:gs>
                    <a:gs pos="79000">
                      <a:srgbClr val="FDFCFC"/>
                    </a:gs>
                  </a:gsLst>
                  <a:lin ang="5400000" scaled="1"/>
                </a:gradFill>
                <a:effectLst>
                  <a:glow rad="152400">
                    <a:srgbClr val="7030A0">
                      <a:alpha val="40000"/>
                    </a:srgbClr>
                  </a:glow>
                  <a:outerShdw blurRad="25400" dist="25400" dir="2400000" algn="tl" rotWithShape="0">
                    <a:srgbClr val="FF0066"/>
                  </a:outerShdw>
                </a:effectLst>
                <a:latin typeface="Century Gothic" panose="020B0502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marL="0" lvl="0" rtl="0">
              <a:lnSpc>
                <a:spcPts val="9000"/>
              </a:lnSpc>
            </a:pPr>
            <a:r>
              <a:rPr lang="hu-HU" noProof="0" dirty="0"/>
              <a:t>A RETRÓ 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5922" y="5154839"/>
            <a:ext cx="4736077" cy="787411"/>
          </a:xfrm>
          <a:solidFill>
            <a:schemeClr val="tx1"/>
          </a:solidFill>
        </p:spPr>
        <p:txBody>
          <a:bodyPr vert="horz" lIns="180000" tIns="72000" rIns="180000" bIns="72000" rtlCol="0" anchor="ctr">
            <a:noAutofit/>
          </a:bodyPr>
          <a:lstStyle>
            <a:lvl1pPr marL="0" indent="0" algn="ctr">
              <a:buNone/>
              <a:defRPr lang="en-ZA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266700" lvl="0" indent="-266700" algn="ctr" rtl="0"/>
            <a:r>
              <a:rPr lang="hu-HU" noProof="0"/>
              <a:t>Kattintson ide az alcím mintájának szerkesztéséhez</a:t>
            </a:r>
            <a:endParaRPr lang="hu-HU" noProof="0" dirty="0"/>
          </a:p>
        </p:txBody>
      </p:sp>
      <p:sp>
        <p:nvSpPr>
          <p:cNvPr id="69" name="Egyenlő szárú háromszög 68">
            <a:extLst>
              <a:ext uri="{FF2B5EF4-FFF2-40B4-BE49-F238E27FC236}">
                <a16:creationId xmlns:a16="http://schemas.microsoft.com/office/drawing/2014/main" id="{8361B8AE-FA69-4D48-85CF-562C48593517}"/>
              </a:ext>
            </a:extLst>
          </p:cNvPr>
          <p:cNvSpPr/>
          <p:nvPr userDrawn="1"/>
        </p:nvSpPr>
        <p:spPr>
          <a:xfrm rot="10800000">
            <a:off x="2803689" y="2040344"/>
            <a:ext cx="740512" cy="503107"/>
          </a:xfrm>
          <a:prstGeom prst="triangle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70" name="Egyenlő szárú háromszög 69">
            <a:extLst>
              <a:ext uri="{FF2B5EF4-FFF2-40B4-BE49-F238E27FC236}">
                <a16:creationId xmlns:a16="http://schemas.microsoft.com/office/drawing/2014/main" id="{B6A1E932-3467-40C1-AEB3-BF71625C8310}"/>
              </a:ext>
            </a:extLst>
          </p:cNvPr>
          <p:cNvSpPr/>
          <p:nvPr userDrawn="1"/>
        </p:nvSpPr>
        <p:spPr>
          <a:xfrm rot="10800000">
            <a:off x="2324207" y="2900399"/>
            <a:ext cx="1689239" cy="1147676"/>
          </a:xfrm>
          <a:prstGeom prst="triangle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71" name="Egyenlő szárú háromszög 70">
            <a:extLst>
              <a:ext uri="{FF2B5EF4-FFF2-40B4-BE49-F238E27FC236}">
                <a16:creationId xmlns:a16="http://schemas.microsoft.com/office/drawing/2014/main" id="{7122E4D7-2A00-4656-AAD9-CFA98DD4E90E}"/>
              </a:ext>
            </a:extLst>
          </p:cNvPr>
          <p:cNvSpPr/>
          <p:nvPr userDrawn="1"/>
        </p:nvSpPr>
        <p:spPr>
          <a:xfrm>
            <a:off x="3748124" y="4263551"/>
            <a:ext cx="545742" cy="370779"/>
          </a:xfrm>
          <a:prstGeom prst="triangle">
            <a:avLst/>
          </a:pr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28067421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rtalom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Kép helyőrzője 4">
            <a:extLst>
              <a:ext uri="{FF2B5EF4-FFF2-40B4-BE49-F238E27FC236}">
                <a16:creationId xmlns:a16="http://schemas.microsoft.com/office/drawing/2014/main" id="{F8F88439-2E2F-420C-B2D5-AC87C621BD2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754095" y="108000"/>
            <a:ext cx="4348305" cy="6083250"/>
          </a:xfrm>
          <a:solidFill>
            <a:schemeClr val="tx1">
              <a:lumMod val="75000"/>
              <a:lumOff val="25000"/>
            </a:schemeClr>
          </a:solidFill>
        </p:spPr>
        <p:txBody>
          <a:bodyPr rtlCol="0" anchor="ctr"/>
          <a:lstStyle>
            <a:lvl1pPr marL="0" indent="0" algn="ctr">
              <a:buNone/>
              <a:defRPr sz="1400" i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hu-HU" noProof="0" dirty="0"/>
              <a:t>Szúrja be vagy húzza ide a fényképét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0374" y="1152000"/>
            <a:ext cx="5301626" cy="4751250"/>
          </a:xfrm>
        </p:spPr>
        <p:txBody>
          <a:bodyPr wrap="square" numCol="1" spcCol="0" rtlCol="0"/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7" name="Élőláb helye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hu-HU" noProof="0" dirty="0"/>
          </a:p>
        </p:txBody>
      </p:sp>
      <p:sp>
        <p:nvSpPr>
          <p:cNvPr id="8" name="Dia számának helye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5" name="Cím 4">
            <a:extLst>
              <a:ext uri="{FF2B5EF4-FFF2-40B4-BE49-F238E27FC236}">
                <a16:creationId xmlns:a16="http://schemas.microsoft.com/office/drawing/2014/main" id="{A29B30B9-EFA7-4032-827D-3AB4E7F2F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10578" y="2326579"/>
            <a:ext cx="6083250" cy="1646095"/>
          </a:xfrm>
          <a:gradFill>
            <a:gsLst>
              <a:gs pos="0">
                <a:schemeClr val="accent5"/>
              </a:gs>
              <a:gs pos="100000">
                <a:schemeClr val="accent4"/>
              </a:gs>
            </a:gsLst>
            <a:lin ang="7800000" scaled="0"/>
          </a:gradFill>
        </p:spPr>
        <p:txBody>
          <a:bodyPr vert="horz" lIns="0" tIns="0" rIns="0" bIns="0" rtlCol="0" anchor="ctr">
            <a:noAutofit/>
          </a:bodyPr>
          <a:lstStyle>
            <a:lvl1pPr algn="ctr">
              <a:defRPr lang="en-ZA" cap="all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 rtl="0"/>
            <a:r>
              <a:rPr lang="hu-HU" noProof="0"/>
              <a:t>Mintacím szerkesztése</a:t>
            </a:r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27962548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Nagy cím és tartalom 1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9">
            <a:extLst>
              <a:ext uri="{FF2B5EF4-FFF2-40B4-BE49-F238E27FC236}">
                <a16:creationId xmlns:a16="http://schemas.microsoft.com/office/drawing/2014/main" id="{1EB78F37-ED4C-4686-AFCC-BF511BA527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75439" y="110679"/>
            <a:ext cx="5417792" cy="6636642"/>
          </a:xfrm>
          <a:prstGeom prst="rect">
            <a:avLst/>
          </a:prstGeom>
        </p:spPr>
      </p:pic>
      <p:grpSp>
        <p:nvGrpSpPr>
          <p:cNvPr id="87" name="Csoport 86">
            <a:extLst>
              <a:ext uri="{FF2B5EF4-FFF2-40B4-BE49-F238E27FC236}">
                <a16:creationId xmlns:a16="http://schemas.microsoft.com/office/drawing/2014/main" id="{07C054AA-E3A3-42AB-8B37-40834D37CF6E}"/>
              </a:ext>
            </a:extLst>
          </p:cNvPr>
          <p:cNvGrpSpPr/>
          <p:nvPr userDrawn="1"/>
        </p:nvGrpSpPr>
        <p:grpSpPr>
          <a:xfrm rot="4830719">
            <a:off x="6272250" y="1402620"/>
            <a:ext cx="4776768" cy="4776768"/>
            <a:chOff x="2514599" y="1566862"/>
            <a:chExt cx="3810001" cy="3810001"/>
          </a:xfrm>
          <a:effectLst/>
          <a:scene3d>
            <a:camera prst="perspectiveHeroicExtremeLeftFacing">
              <a:rot lat="3600000" lon="8700000" rev="21425485"/>
            </a:camera>
            <a:lightRig rig="threePt" dir="t"/>
          </a:scene3d>
        </p:grpSpPr>
        <p:cxnSp>
          <p:nvCxnSpPr>
            <p:cNvPr id="88" name="Egyenes összekötő 87">
              <a:extLst>
                <a:ext uri="{FF2B5EF4-FFF2-40B4-BE49-F238E27FC236}">
                  <a16:creationId xmlns:a16="http://schemas.microsoft.com/office/drawing/2014/main" id="{105F05A7-19D8-47E9-8E1E-EBF5BEE63F8F}"/>
                </a:ext>
              </a:extLst>
            </p:cNvPr>
            <p:cNvCxnSpPr/>
            <p:nvPr/>
          </p:nvCxnSpPr>
          <p:spPr>
            <a:xfrm>
              <a:off x="2514600" y="1566862"/>
              <a:ext cx="0" cy="3809998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Egyenes összekötő 88">
              <a:extLst>
                <a:ext uri="{FF2B5EF4-FFF2-40B4-BE49-F238E27FC236}">
                  <a16:creationId xmlns:a16="http://schemas.microsoft.com/office/drawing/2014/main" id="{EF76C999-384E-4CDF-B067-20C266C20929}"/>
                </a:ext>
              </a:extLst>
            </p:cNvPr>
            <p:cNvCxnSpPr/>
            <p:nvPr/>
          </p:nvCxnSpPr>
          <p:spPr>
            <a:xfrm>
              <a:off x="2895600" y="1566862"/>
              <a:ext cx="0" cy="3809998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Egyenes összekötő 89">
              <a:extLst>
                <a:ext uri="{FF2B5EF4-FFF2-40B4-BE49-F238E27FC236}">
                  <a16:creationId xmlns:a16="http://schemas.microsoft.com/office/drawing/2014/main" id="{DB0A4509-C1E6-41C0-A445-D594BD9AF279}"/>
                </a:ext>
              </a:extLst>
            </p:cNvPr>
            <p:cNvCxnSpPr/>
            <p:nvPr/>
          </p:nvCxnSpPr>
          <p:spPr>
            <a:xfrm>
              <a:off x="3276600" y="1566862"/>
              <a:ext cx="0" cy="3809998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Egyenes összekötő 90">
              <a:extLst>
                <a:ext uri="{FF2B5EF4-FFF2-40B4-BE49-F238E27FC236}">
                  <a16:creationId xmlns:a16="http://schemas.microsoft.com/office/drawing/2014/main" id="{BD6427C7-F7B1-4DDE-BB21-F4EB36854E30}"/>
                </a:ext>
              </a:extLst>
            </p:cNvPr>
            <p:cNvCxnSpPr/>
            <p:nvPr/>
          </p:nvCxnSpPr>
          <p:spPr>
            <a:xfrm>
              <a:off x="3657600" y="1566862"/>
              <a:ext cx="0" cy="3809998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Egyenes összekötő 91">
              <a:extLst>
                <a:ext uri="{FF2B5EF4-FFF2-40B4-BE49-F238E27FC236}">
                  <a16:creationId xmlns:a16="http://schemas.microsoft.com/office/drawing/2014/main" id="{B94D566B-C3C1-4BA4-A9A2-0C3A1383D1A4}"/>
                </a:ext>
              </a:extLst>
            </p:cNvPr>
            <p:cNvCxnSpPr/>
            <p:nvPr/>
          </p:nvCxnSpPr>
          <p:spPr>
            <a:xfrm>
              <a:off x="4038600" y="1566862"/>
              <a:ext cx="0" cy="3809998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Egyenes összekötő 92">
              <a:extLst>
                <a:ext uri="{FF2B5EF4-FFF2-40B4-BE49-F238E27FC236}">
                  <a16:creationId xmlns:a16="http://schemas.microsoft.com/office/drawing/2014/main" id="{029B55C6-A101-4ED1-82B0-93D9A4F19D2D}"/>
                </a:ext>
              </a:extLst>
            </p:cNvPr>
            <p:cNvCxnSpPr/>
            <p:nvPr/>
          </p:nvCxnSpPr>
          <p:spPr>
            <a:xfrm>
              <a:off x="4419600" y="1566862"/>
              <a:ext cx="0" cy="3809998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Egyenes összekötő 93">
              <a:extLst>
                <a:ext uri="{FF2B5EF4-FFF2-40B4-BE49-F238E27FC236}">
                  <a16:creationId xmlns:a16="http://schemas.microsoft.com/office/drawing/2014/main" id="{A44AF71C-2AEF-48FC-AE7A-4E04420C10D0}"/>
                </a:ext>
              </a:extLst>
            </p:cNvPr>
            <p:cNvCxnSpPr/>
            <p:nvPr/>
          </p:nvCxnSpPr>
          <p:spPr>
            <a:xfrm>
              <a:off x="4800600" y="1566862"/>
              <a:ext cx="0" cy="3809998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Egyenes összekötő 94">
              <a:extLst>
                <a:ext uri="{FF2B5EF4-FFF2-40B4-BE49-F238E27FC236}">
                  <a16:creationId xmlns:a16="http://schemas.microsoft.com/office/drawing/2014/main" id="{657E18E4-21A4-4BA0-8A56-89F9E768DB2E}"/>
                </a:ext>
              </a:extLst>
            </p:cNvPr>
            <p:cNvCxnSpPr/>
            <p:nvPr/>
          </p:nvCxnSpPr>
          <p:spPr>
            <a:xfrm>
              <a:off x="5181600" y="1566862"/>
              <a:ext cx="0" cy="3809998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Egyenes összekötő 95">
              <a:extLst>
                <a:ext uri="{FF2B5EF4-FFF2-40B4-BE49-F238E27FC236}">
                  <a16:creationId xmlns:a16="http://schemas.microsoft.com/office/drawing/2014/main" id="{71B1CA4C-DFF2-4679-B140-C9CC5F527ECC}"/>
                </a:ext>
              </a:extLst>
            </p:cNvPr>
            <p:cNvCxnSpPr/>
            <p:nvPr/>
          </p:nvCxnSpPr>
          <p:spPr>
            <a:xfrm>
              <a:off x="5562600" y="1566862"/>
              <a:ext cx="0" cy="3809998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Egyenes összekötő 96">
              <a:extLst>
                <a:ext uri="{FF2B5EF4-FFF2-40B4-BE49-F238E27FC236}">
                  <a16:creationId xmlns:a16="http://schemas.microsoft.com/office/drawing/2014/main" id="{7A03AAD7-6E9C-423B-AD9D-5225648A8D8F}"/>
                </a:ext>
              </a:extLst>
            </p:cNvPr>
            <p:cNvCxnSpPr/>
            <p:nvPr/>
          </p:nvCxnSpPr>
          <p:spPr>
            <a:xfrm>
              <a:off x="5943600" y="1566862"/>
              <a:ext cx="0" cy="3809998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Egyenes összekötő 97">
              <a:extLst>
                <a:ext uri="{FF2B5EF4-FFF2-40B4-BE49-F238E27FC236}">
                  <a16:creationId xmlns:a16="http://schemas.microsoft.com/office/drawing/2014/main" id="{2EAFE3DB-13F9-40B6-B1C1-AB299A212232}"/>
                </a:ext>
              </a:extLst>
            </p:cNvPr>
            <p:cNvCxnSpPr/>
            <p:nvPr/>
          </p:nvCxnSpPr>
          <p:spPr>
            <a:xfrm>
              <a:off x="6324600" y="1566862"/>
              <a:ext cx="0" cy="3809998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Egyenes összekötő 98">
              <a:extLst>
                <a:ext uri="{FF2B5EF4-FFF2-40B4-BE49-F238E27FC236}">
                  <a16:creationId xmlns:a16="http://schemas.microsoft.com/office/drawing/2014/main" id="{B1DD5846-BA52-4D9E-AA8C-E712BE8D50C8}"/>
                </a:ext>
              </a:extLst>
            </p:cNvPr>
            <p:cNvCxnSpPr/>
            <p:nvPr/>
          </p:nvCxnSpPr>
          <p:spPr>
            <a:xfrm rot="5400000">
              <a:off x="4419598" y="-338136"/>
              <a:ext cx="0" cy="3809997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Egyenes összekötő 99">
              <a:extLst>
                <a:ext uri="{FF2B5EF4-FFF2-40B4-BE49-F238E27FC236}">
                  <a16:creationId xmlns:a16="http://schemas.microsoft.com/office/drawing/2014/main" id="{126970FC-C34A-48F9-83EA-B82AB3301B9E}"/>
                </a:ext>
              </a:extLst>
            </p:cNvPr>
            <p:cNvCxnSpPr/>
            <p:nvPr/>
          </p:nvCxnSpPr>
          <p:spPr>
            <a:xfrm rot="5400000">
              <a:off x="4419598" y="42864"/>
              <a:ext cx="0" cy="3809997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Egyenes összekötő 100">
              <a:extLst>
                <a:ext uri="{FF2B5EF4-FFF2-40B4-BE49-F238E27FC236}">
                  <a16:creationId xmlns:a16="http://schemas.microsoft.com/office/drawing/2014/main" id="{4E11F40C-BF39-48A9-8E70-101DD6329938}"/>
                </a:ext>
              </a:extLst>
            </p:cNvPr>
            <p:cNvCxnSpPr/>
            <p:nvPr/>
          </p:nvCxnSpPr>
          <p:spPr>
            <a:xfrm rot="5400000">
              <a:off x="4419598" y="423864"/>
              <a:ext cx="0" cy="3809997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Egyenes összekötő 101">
              <a:extLst>
                <a:ext uri="{FF2B5EF4-FFF2-40B4-BE49-F238E27FC236}">
                  <a16:creationId xmlns:a16="http://schemas.microsoft.com/office/drawing/2014/main" id="{1C56504D-B531-4D70-B7D7-C7421C75ABD8}"/>
                </a:ext>
              </a:extLst>
            </p:cNvPr>
            <p:cNvCxnSpPr/>
            <p:nvPr/>
          </p:nvCxnSpPr>
          <p:spPr>
            <a:xfrm rot="5400000">
              <a:off x="4419598" y="804864"/>
              <a:ext cx="0" cy="3809997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Egyenes összekötő 102">
              <a:extLst>
                <a:ext uri="{FF2B5EF4-FFF2-40B4-BE49-F238E27FC236}">
                  <a16:creationId xmlns:a16="http://schemas.microsoft.com/office/drawing/2014/main" id="{2B9812CE-305D-4B1E-9949-6227300ECF0C}"/>
                </a:ext>
              </a:extLst>
            </p:cNvPr>
            <p:cNvCxnSpPr/>
            <p:nvPr/>
          </p:nvCxnSpPr>
          <p:spPr>
            <a:xfrm rot="5400000">
              <a:off x="4419598" y="1185864"/>
              <a:ext cx="0" cy="3809997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Egyenes összekötő 103">
              <a:extLst>
                <a:ext uri="{FF2B5EF4-FFF2-40B4-BE49-F238E27FC236}">
                  <a16:creationId xmlns:a16="http://schemas.microsoft.com/office/drawing/2014/main" id="{885C97CA-C940-4A78-B7D0-B818C5F001B8}"/>
                </a:ext>
              </a:extLst>
            </p:cNvPr>
            <p:cNvCxnSpPr/>
            <p:nvPr/>
          </p:nvCxnSpPr>
          <p:spPr>
            <a:xfrm rot="5400000">
              <a:off x="4419598" y="1566864"/>
              <a:ext cx="0" cy="3809997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Egyenes összekötő 104">
              <a:extLst>
                <a:ext uri="{FF2B5EF4-FFF2-40B4-BE49-F238E27FC236}">
                  <a16:creationId xmlns:a16="http://schemas.microsoft.com/office/drawing/2014/main" id="{ADCA6B46-0180-42D4-83FC-91D23A4BDC90}"/>
                </a:ext>
              </a:extLst>
            </p:cNvPr>
            <p:cNvCxnSpPr/>
            <p:nvPr/>
          </p:nvCxnSpPr>
          <p:spPr>
            <a:xfrm rot="5400000">
              <a:off x="4419598" y="1947864"/>
              <a:ext cx="0" cy="3809997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Egyenes összekötő 105">
              <a:extLst>
                <a:ext uri="{FF2B5EF4-FFF2-40B4-BE49-F238E27FC236}">
                  <a16:creationId xmlns:a16="http://schemas.microsoft.com/office/drawing/2014/main" id="{33D60C92-0CDD-4013-AD1F-B86A31EC6D97}"/>
                </a:ext>
              </a:extLst>
            </p:cNvPr>
            <p:cNvCxnSpPr/>
            <p:nvPr/>
          </p:nvCxnSpPr>
          <p:spPr>
            <a:xfrm rot="5400000">
              <a:off x="4419598" y="2328864"/>
              <a:ext cx="0" cy="3809997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Egyenes összekötő 106">
              <a:extLst>
                <a:ext uri="{FF2B5EF4-FFF2-40B4-BE49-F238E27FC236}">
                  <a16:creationId xmlns:a16="http://schemas.microsoft.com/office/drawing/2014/main" id="{135FEE4F-EAAB-4D51-A1C5-5817482F60B2}"/>
                </a:ext>
              </a:extLst>
            </p:cNvPr>
            <p:cNvCxnSpPr/>
            <p:nvPr/>
          </p:nvCxnSpPr>
          <p:spPr>
            <a:xfrm rot="5400000">
              <a:off x="4419598" y="2709864"/>
              <a:ext cx="0" cy="3809997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Egyenes összekötő 107">
              <a:extLst>
                <a:ext uri="{FF2B5EF4-FFF2-40B4-BE49-F238E27FC236}">
                  <a16:creationId xmlns:a16="http://schemas.microsoft.com/office/drawing/2014/main" id="{014D892D-5497-40B1-9C03-40900E9AFF6F}"/>
                </a:ext>
              </a:extLst>
            </p:cNvPr>
            <p:cNvCxnSpPr/>
            <p:nvPr/>
          </p:nvCxnSpPr>
          <p:spPr>
            <a:xfrm rot="5400000">
              <a:off x="4419598" y="3090864"/>
              <a:ext cx="0" cy="3809997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Egyenes összekötő 108">
              <a:extLst>
                <a:ext uri="{FF2B5EF4-FFF2-40B4-BE49-F238E27FC236}">
                  <a16:creationId xmlns:a16="http://schemas.microsoft.com/office/drawing/2014/main" id="{ACA80F2A-2EA1-48B5-95FE-DDC9E7A9A111}"/>
                </a:ext>
              </a:extLst>
            </p:cNvPr>
            <p:cNvCxnSpPr/>
            <p:nvPr/>
          </p:nvCxnSpPr>
          <p:spPr>
            <a:xfrm rot="5400000">
              <a:off x="4419598" y="3471864"/>
              <a:ext cx="0" cy="3809997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Csoport 35">
            <a:extLst>
              <a:ext uri="{FF2B5EF4-FFF2-40B4-BE49-F238E27FC236}">
                <a16:creationId xmlns:a16="http://schemas.microsoft.com/office/drawing/2014/main" id="{6E0FDE0C-41D3-4C98-AD25-4AE80A396C45}"/>
              </a:ext>
            </a:extLst>
          </p:cNvPr>
          <p:cNvGrpSpPr/>
          <p:nvPr userDrawn="1"/>
        </p:nvGrpSpPr>
        <p:grpSpPr>
          <a:xfrm rot="4830719">
            <a:off x="6234150" y="1387380"/>
            <a:ext cx="4776768" cy="4776768"/>
            <a:chOff x="2514599" y="1566862"/>
            <a:chExt cx="3810001" cy="3810001"/>
          </a:xfrm>
          <a:effectLst/>
          <a:scene3d>
            <a:camera prst="perspectiveHeroicExtremeLeftFacing">
              <a:rot lat="3600000" lon="8400000" rev="21425485"/>
            </a:camera>
            <a:lightRig rig="threePt" dir="t"/>
          </a:scene3d>
        </p:grpSpPr>
        <p:cxnSp>
          <p:nvCxnSpPr>
            <p:cNvPr id="37" name="Egyenes összekötő 36">
              <a:extLst>
                <a:ext uri="{FF2B5EF4-FFF2-40B4-BE49-F238E27FC236}">
                  <a16:creationId xmlns:a16="http://schemas.microsoft.com/office/drawing/2014/main" id="{D9CFF04F-0D8B-45D8-9B05-AD26DEC36FCC}"/>
                </a:ext>
              </a:extLst>
            </p:cNvPr>
            <p:cNvCxnSpPr/>
            <p:nvPr/>
          </p:nvCxnSpPr>
          <p:spPr>
            <a:xfrm>
              <a:off x="2514600" y="1566862"/>
              <a:ext cx="0" cy="380999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Egyenes összekötő 37">
              <a:extLst>
                <a:ext uri="{FF2B5EF4-FFF2-40B4-BE49-F238E27FC236}">
                  <a16:creationId xmlns:a16="http://schemas.microsoft.com/office/drawing/2014/main" id="{6315BA41-326B-42D4-A1D8-05F4608975CF}"/>
                </a:ext>
              </a:extLst>
            </p:cNvPr>
            <p:cNvCxnSpPr/>
            <p:nvPr/>
          </p:nvCxnSpPr>
          <p:spPr>
            <a:xfrm>
              <a:off x="2895600" y="1566862"/>
              <a:ext cx="0" cy="380999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Egyenes összekötő 38">
              <a:extLst>
                <a:ext uri="{FF2B5EF4-FFF2-40B4-BE49-F238E27FC236}">
                  <a16:creationId xmlns:a16="http://schemas.microsoft.com/office/drawing/2014/main" id="{11B81AE0-0B3E-4B97-94DD-360E3A6C9CFA}"/>
                </a:ext>
              </a:extLst>
            </p:cNvPr>
            <p:cNvCxnSpPr/>
            <p:nvPr/>
          </p:nvCxnSpPr>
          <p:spPr>
            <a:xfrm>
              <a:off x="3276600" y="1566862"/>
              <a:ext cx="0" cy="380999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Egyenes összekötő 40">
              <a:extLst>
                <a:ext uri="{FF2B5EF4-FFF2-40B4-BE49-F238E27FC236}">
                  <a16:creationId xmlns:a16="http://schemas.microsoft.com/office/drawing/2014/main" id="{04830BA5-AF14-4971-A1B3-D9F9AC506F5C}"/>
                </a:ext>
              </a:extLst>
            </p:cNvPr>
            <p:cNvCxnSpPr/>
            <p:nvPr/>
          </p:nvCxnSpPr>
          <p:spPr>
            <a:xfrm>
              <a:off x="3657600" y="1566862"/>
              <a:ext cx="0" cy="380999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:a16="http://schemas.microsoft.com/office/drawing/2014/main" id="{D2D32018-5E3A-423F-965D-5CAC37E87FB8}"/>
                </a:ext>
              </a:extLst>
            </p:cNvPr>
            <p:cNvCxnSpPr/>
            <p:nvPr/>
          </p:nvCxnSpPr>
          <p:spPr>
            <a:xfrm>
              <a:off x="4038600" y="1566862"/>
              <a:ext cx="0" cy="380999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Egyenes összekötő 69">
              <a:extLst>
                <a:ext uri="{FF2B5EF4-FFF2-40B4-BE49-F238E27FC236}">
                  <a16:creationId xmlns:a16="http://schemas.microsoft.com/office/drawing/2014/main" id="{55C2D65A-2276-4A8E-8938-C9902AEBFDF3}"/>
                </a:ext>
              </a:extLst>
            </p:cNvPr>
            <p:cNvCxnSpPr/>
            <p:nvPr/>
          </p:nvCxnSpPr>
          <p:spPr>
            <a:xfrm>
              <a:off x="4419600" y="1566862"/>
              <a:ext cx="0" cy="380999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Egyenes összekötő 70">
              <a:extLst>
                <a:ext uri="{FF2B5EF4-FFF2-40B4-BE49-F238E27FC236}">
                  <a16:creationId xmlns:a16="http://schemas.microsoft.com/office/drawing/2014/main" id="{AC5894B0-BA94-472F-9DE6-66719F59E06A}"/>
                </a:ext>
              </a:extLst>
            </p:cNvPr>
            <p:cNvCxnSpPr/>
            <p:nvPr/>
          </p:nvCxnSpPr>
          <p:spPr>
            <a:xfrm>
              <a:off x="4800600" y="1566862"/>
              <a:ext cx="0" cy="380999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Egyenes összekötő 71">
              <a:extLst>
                <a:ext uri="{FF2B5EF4-FFF2-40B4-BE49-F238E27FC236}">
                  <a16:creationId xmlns:a16="http://schemas.microsoft.com/office/drawing/2014/main" id="{CD333D5E-763D-41D0-9EB6-04AEB55E5870}"/>
                </a:ext>
              </a:extLst>
            </p:cNvPr>
            <p:cNvCxnSpPr/>
            <p:nvPr/>
          </p:nvCxnSpPr>
          <p:spPr>
            <a:xfrm>
              <a:off x="5181600" y="1566862"/>
              <a:ext cx="0" cy="380999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Egyenes összekötő 72">
              <a:extLst>
                <a:ext uri="{FF2B5EF4-FFF2-40B4-BE49-F238E27FC236}">
                  <a16:creationId xmlns:a16="http://schemas.microsoft.com/office/drawing/2014/main" id="{058C2B7D-73D8-4AE7-92FE-56BD7B989078}"/>
                </a:ext>
              </a:extLst>
            </p:cNvPr>
            <p:cNvCxnSpPr/>
            <p:nvPr/>
          </p:nvCxnSpPr>
          <p:spPr>
            <a:xfrm>
              <a:off x="5562600" y="1566862"/>
              <a:ext cx="0" cy="380999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Egyenes összekötő 73">
              <a:extLst>
                <a:ext uri="{FF2B5EF4-FFF2-40B4-BE49-F238E27FC236}">
                  <a16:creationId xmlns:a16="http://schemas.microsoft.com/office/drawing/2014/main" id="{E2CB4F42-BF09-4A04-9B2C-4C0D7C397A49}"/>
                </a:ext>
              </a:extLst>
            </p:cNvPr>
            <p:cNvCxnSpPr/>
            <p:nvPr/>
          </p:nvCxnSpPr>
          <p:spPr>
            <a:xfrm>
              <a:off x="5943600" y="1566862"/>
              <a:ext cx="0" cy="380999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Egyenes összekötő 74">
              <a:extLst>
                <a:ext uri="{FF2B5EF4-FFF2-40B4-BE49-F238E27FC236}">
                  <a16:creationId xmlns:a16="http://schemas.microsoft.com/office/drawing/2014/main" id="{6A738B72-F45F-45E1-8786-3677E5DE0E13}"/>
                </a:ext>
              </a:extLst>
            </p:cNvPr>
            <p:cNvCxnSpPr/>
            <p:nvPr/>
          </p:nvCxnSpPr>
          <p:spPr>
            <a:xfrm>
              <a:off x="6324600" y="1566862"/>
              <a:ext cx="0" cy="380999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Egyenes összekötő 75">
              <a:extLst>
                <a:ext uri="{FF2B5EF4-FFF2-40B4-BE49-F238E27FC236}">
                  <a16:creationId xmlns:a16="http://schemas.microsoft.com/office/drawing/2014/main" id="{ACC49675-3B9B-43DA-BC6D-31D6DDC252FA}"/>
                </a:ext>
              </a:extLst>
            </p:cNvPr>
            <p:cNvCxnSpPr/>
            <p:nvPr/>
          </p:nvCxnSpPr>
          <p:spPr>
            <a:xfrm rot="5400000">
              <a:off x="4419598" y="-338136"/>
              <a:ext cx="0" cy="3809997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Egyenes összekötő 76">
              <a:extLst>
                <a:ext uri="{FF2B5EF4-FFF2-40B4-BE49-F238E27FC236}">
                  <a16:creationId xmlns:a16="http://schemas.microsoft.com/office/drawing/2014/main" id="{918218CA-9F67-4796-829A-CA3F8B182298}"/>
                </a:ext>
              </a:extLst>
            </p:cNvPr>
            <p:cNvCxnSpPr/>
            <p:nvPr/>
          </p:nvCxnSpPr>
          <p:spPr>
            <a:xfrm rot="5400000">
              <a:off x="4419598" y="42864"/>
              <a:ext cx="0" cy="3809997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Egyenes összekötő 77">
              <a:extLst>
                <a:ext uri="{FF2B5EF4-FFF2-40B4-BE49-F238E27FC236}">
                  <a16:creationId xmlns:a16="http://schemas.microsoft.com/office/drawing/2014/main" id="{123386D0-309D-4E98-A831-2F6662E2D93B}"/>
                </a:ext>
              </a:extLst>
            </p:cNvPr>
            <p:cNvCxnSpPr/>
            <p:nvPr/>
          </p:nvCxnSpPr>
          <p:spPr>
            <a:xfrm rot="5400000">
              <a:off x="4419598" y="423864"/>
              <a:ext cx="0" cy="3809997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Egyenes összekötő 78">
              <a:extLst>
                <a:ext uri="{FF2B5EF4-FFF2-40B4-BE49-F238E27FC236}">
                  <a16:creationId xmlns:a16="http://schemas.microsoft.com/office/drawing/2014/main" id="{C93684FC-99F2-49BD-9E9E-D05016FC2F27}"/>
                </a:ext>
              </a:extLst>
            </p:cNvPr>
            <p:cNvCxnSpPr/>
            <p:nvPr/>
          </p:nvCxnSpPr>
          <p:spPr>
            <a:xfrm rot="5400000">
              <a:off x="4419598" y="804864"/>
              <a:ext cx="0" cy="3809997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Egyenes összekötő 79">
              <a:extLst>
                <a:ext uri="{FF2B5EF4-FFF2-40B4-BE49-F238E27FC236}">
                  <a16:creationId xmlns:a16="http://schemas.microsoft.com/office/drawing/2014/main" id="{C4A0A0CC-9933-4960-8F04-F325B76CEA59}"/>
                </a:ext>
              </a:extLst>
            </p:cNvPr>
            <p:cNvCxnSpPr/>
            <p:nvPr/>
          </p:nvCxnSpPr>
          <p:spPr>
            <a:xfrm rot="5400000">
              <a:off x="4419598" y="1185864"/>
              <a:ext cx="0" cy="3809997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Egyenes összekötő 80">
              <a:extLst>
                <a:ext uri="{FF2B5EF4-FFF2-40B4-BE49-F238E27FC236}">
                  <a16:creationId xmlns:a16="http://schemas.microsoft.com/office/drawing/2014/main" id="{DBEEC793-4555-4EAC-B53D-FD4916374A99}"/>
                </a:ext>
              </a:extLst>
            </p:cNvPr>
            <p:cNvCxnSpPr/>
            <p:nvPr/>
          </p:nvCxnSpPr>
          <p:spPr>
            <a:xfrm rot="5400000">
              <a:off x="4419598" y="1566864"/>
              <a:ext cx="0" cy="3809997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Egyenes összekötő 81">
              <a:extLst>
                <a:ext uri="{FF2B5EF4-FFF2-40B4-BE49-F238E27FC236}">
                  <a16:creationId xmlns:a16="http://schemas.microsoft.com/office/drawing/2014/main" id="{C5D6FE50-17F4-4669-BF3C-D1919C73813F}"/>
                </a:ext>
              </a:extLst>
            </p:cNvPr>
            <p:cNvCxnSpPr/>
            <p:nvPr/>
          </p:nvCxnSpPr>
          <p:spPr>
            <a:xfrm rot="5400000">
              <a:off x="4419598" y="1947864"/>
              <a:ext cx="0" cy="3809997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Egyenes összekötő 82">
              <a:extLst>
                <a:ext uri="{FF2B5EF4-FFF2-40B4-BE49-F238E27FC236}">
                  <a16:creationId xmlns:a16="http://schemas.microsoft.com/office/drawing/2014/main" id="{C5EFC99B-1126-48DC-AF65-1EE6748D497C}"/>
                </a:ext>
              </a:extLst>
            </p:cNvPr>
            <p:cNvCxnSpPr/>
            <p:nvPr/>
          </p:nvCxnSpPr>
          <p:spPr>
            <a:xfrm rot="5400000">
              <a:off x="4419598" y="2328864"/>
              <a:ext cx="0" cy="3809997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Egyenes összekötő 83">
              <a:extLst>
                <a:ext uri="{FF2B5EF4-FFF2-40B4-BE49-F238E27FC236}">
                  <a16:creationId xmlns:a16="http://schemas.microsoft.com/office/drawing/2014/main" id="{8024C302-8061-4BCA-9674-3806C60BA83D}"/>
                </a:ext>
              </a:extLst>
            </p:cNvPr>
            <p:cNvCxnSpPr/>
            <p:nvPr/>
          </p:nvCxnSpPr>
          <p:spPr>
            <a:xfrm rot="5400000">
              <a:off x="4419598" y="2709864"/>
              <a:ext cx="0" cy="3809997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Egyenes összekötő 84">
              <a:extLst>
                <a:ext uri="{FF2B5EF4-FFF2-40B4-BE49-F238E27FC236}">
                  <a16:creationId xmlns:a16="http://schemas.microsoft.com/office/drawing/2014/main" id="{72162FDB-F5E2-4368-884C-26EB84F6C014}"/>
                </a:ext>
              </a:extLst>
            </p:cNvPr>
            <p:cNvCxnSpPr/>
            <p:nvPr/>
          </p:nvCxnSpPr>
          <p:spPr>
            <a:xfrm rot="5400000">
              <a:off x="4419598" y="3090864"/>
              <a:ext cx="0" cy="3809997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Egyenes összekötő 85">
              <a:extLst>
                <a:ext uri="{FF2B5EF4-FFF2-40B4-BE49-F238E27FC236}">
                  <a16:creationId xmlns:a16="http://schemas.microsoft.com/office/drawing/2014/main" id="{EFC0AE33-1FED-49D7-A92C-F53F0BBCAEAA}"/>
                </a:ext>
              </a:extLst>
            </p:cNvPr>
            <p:cNvCxnSpPr/>
            <p:nvPr/>
          </p:nvCxnSpPr>
          <p:spPr>
            <a:xfrm rot="5400000">
              <a:off x="4419598" y="3471864"/>
              <a:ext cx="0" cy="3809997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Szabadkézi sokszög: Alakzat 67">
            <a:extLst>
              <a:ext uri="{FF2B5EF4-FFF2-40B4-BE49-F238E27FC236}">
                <a16:creationId xmlns:a16="http://schemas.microsoft.com/office/drawing/2014/main" id="{2836D779-B379-4EF2-899C-33A74B679EEF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custGeom>
            <a:avLst/>
            <a:gdLst>
              <a:gd name="connsiteX0" fmla="*/ 108001 w 12192000"/>
              <a:gd name="connsiteY0" fmla="*/ 108000 h 6857999"/>
              <a:gd name="connsiteX1" fmla="*/ 108001 w 12192000"/>
              <a:gd name="connsiteY1" fmla="*/ 6749999 h 6857999"/>
              <a:gd name="connsiteX2" fmla="*/ 12084000 w 12192000"/>
              <a:gd name="connsiteY2" fmla="*/ 6749999 h 6857999"/>
              <a:gd name="connsiteX3" fmla="*/ 12084000 w 12192000"/>
              <a:gd name="connsiteY3" fmla="*/ 108000 h 6857999"/>
              <a:gd name="connsiteX4" fmla="*/ 0 w 12192000"/>
              <a:gd name="connsiteY4" fmla="*/ 0 h 6857999"/>
              <a:gd name="connsiteX5" fmla="*/ 1 w 12192000"/>
              <a:gd name="connsiteY5" fmla="*/ 0 h 6857999"/>
              <a:gd name="connsiteX6" fmla="*/ 12192000 w 12192000"/>
              <a:gd name="connsiteY6" fmla="*/ 0 h 6857999"/>
              <a:gd name="connsiteX7" fmla="*/ 12192000 w 12192000"/>
              <a:gd name="connsiteY7" fmla="*/ 6857999 h 6857999"/>
              <a:gd name="connsiteX8" fmla="*/ 1 w 12192000"/>
              <a:gd name="connsiteY8" fmla="*/ 6857999 h 6857999"/>
              <a:gd name="connsiteX9" fmla="*/ 0 w 12192000"/>
              <a:gd name="connsiteY9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6857999">
                <a:moveTo>
                  <a:pt x="108001" y="108000"/>
                </a:moveTo>
                <a:lnTo>
                  <a:pt x="108001" y="6749999"/>
                </a:lnTo>
                <a:lnTo>
                  <a:pt x="12084000" y="6749999"/>
                </a:lnTo>
                <a:lnTo>
                  <a:pt x="12084000" y="108000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2192000" y="0"/>
                </a:lnTo>
                <a:lnTo>
                  <a:pt x="12192000" y="6857999"/>
                </a:lnTo>
                <a:lnTo>
                  <a:pt x="1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37617" y="2321292"/>
            <a:ext cx="4680000" cy="2215415"/>
          </a:xfrm>
          <a:noFill/>
        </p:spPr>
        <p:txBody>
          <a:bodyPr wrap="square" rtlCol="0">
            <a:spAutoFit/>
            <a:scene3d>
              <a:camera prst="perspectiveContrastingLeftFacing" fov="6300000">
                <a:rot lat="20400000" lon="1200000" rev="0"/>
              </a:camera>
              <a:lightRig rig="freezing" dir="t">
                <a:rot lat="0" lon="0" rev="600000"/>
              </a:lightRig>
            </a:scene3d>
            <a:sp3d extrusionH="196850" contourW="25400" prstMaterial="clear">
              <a:bevelT w="44450" h="38100" prst="relaxedInset"/>
              <a:bevelB w="82550" h="38100" prst="coolSlant"/>
              <a:contourClr>
                <a:schemeClr val="accent1">
                  <a:lumMod val="20000"/>
                  <a:lumOff val="80000"/>
                </a:schemeClr>
              </a:contourClr>
            </a:sp3d>
          </a:bodyPr>
          <a:lstStyle>
            <a:lvl1pPr>
              <a:defRPr lang="en-ZA" sz="7000" b="1" spc="-600" dirty="0">
                <a:gradFill>
                  <a:gsLst>
                    <a:gs pos="0">
                      <a:srgbClr val="C5ECF1"/>
                    </a:gs>
                    <a:gs pos="48000">
                      <a:srgbClr val="6FC0EF"/>
                    </a:gs>
                    <a:gs pos="48000">
                      <a:srgbClr val="235FA8"/>
                    </a:gs>
                    <a:gs pos="98230">
                      <a:schemeClr val="bg1"/>
                    </a:gs>
                    <a:gs pos="79000">
                      <a:srgbClr val="FDFCFC"/>
                    </a:gs>
                  </a:gsLst>
                  <a:lin ang="5400000" scaled="1"/>
                </a:gradFill>
                <a:effectLst>
                  <a:glow rad="152400">
                    <a:srgbClr val="7030A0">
                      <a:alpha val="40000"/>
                    </a:srgbClr>
                  </a:glow>
                  <a:outerShdw blurRad="25400" dist="25400" dir="2400000" algn="tl" rotWithShape="0">
                    <a:srgbClr val="FF0066"/>
                  </a:outerShdw>
                </a:effectLst>
                <a:latin typeface="Century Gothic" panose="020B0502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marL="0" lvl="0" rtl="0">
              <a:lnSpc>
                <a:spcPts val="9000"/>
              </a:lnSpc>
            </a:pPr>
            <a:r>
              <a:rPr lang="hu-HU" noProof="0" dirty="0"/>
              <a:t>A RETRÓ 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5922" y="5154839"/>
            <a:ext cx="4736077" cy="787411"/>
          </a:xfrm>
          <a:solidFill>
            <a:schemeClr val="tx1"/>
          </a:solidFill>
        </p:spPr>
        <p:txBody>
          <a:bodyPr vert="horz" lIns="180000" tIns="72000" rIns="180000" bIns="72000" rtlCol="0" anchor="ctr">
            <a:noAutofit/>
          </a:bodyPr>
          <a:lstStyle>
            <a:lvl1pPr marL="0" indent="0" algn="ctr">
              <a:buNone/>
              <a:defRPr lang="en-ZA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266700" lvl="0" indent="-266700" algn="ctr" rtl="0"/>
            <a:r>
              <a:rPr lang="hu-HU" noProof="0"/>
              <a:t>Kattintson ide az alcím mintájának szerkesztéséhez</a:t>
            </a:r>
            <a:endParaRPr lang="hu-HU" noProof="0" dirty="0"/>
          </a:p>
        </p:txBody>
      </p:sp>
      <p:sp>
        <p:nvSpPr>
          <p:cNvPr id="43" name="Egyenlő szárú háromszög 42">
            <a:extLst>
              <a:ext uri="{FF2B5EF4-FFF2-40B4-BE49-F238E27FC236}">
                <a16:creationId xmlns:a16="http://schemas.microsoft.com/office/drawing/2014/main" id="{A3FE7ACA-32BB-4E3D-B271-8F185C3CD0EE}"/>
              </a:ext>
            </a:extLst>
          </p:cNvPr>
          <p:cNvSpPr/>
          <p:nvPr userDrawn="1"/>
        </p:nvSpPr>
        <p:spPr>
          <a:xfrm rot="17100000">
            <a:off x="8226706" y="708102"/>
            <a:ext cx="1689239" cy="1147676"/>
          </a:xfrm>
          <a:prstGeom prst="triangle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5400000" scaled="1"/>
          </a:gradFill>
          <a:ln>
            <a:noFill/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44" name="Egyenlő szárú háromszög 43">
            <a:extLst>
              <a:ext uri="{FF2B5EF4-FFF2-40B4-BE49-F238E27FC236}">
                <a16:creationId xmlns:a16="http://schemas.microsoft.com/office/drawing/2014/main" id="{22823DFC-317B-4932-ABC6-21D5B262D756}"/>
              </a:ext>
            </a:extLst>
          </p:cNvPr>
          <p:cNvSpPr/>
          <p:nvPr userDrawn="1"/>
        </p:nvSpPr>
        <p:spPr>
          <a:xfrm>
            <a:off x="8492289" y="1144167"/>
            <a:ext cx="545742" cy="370779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33" name="Szöveg helye 7">
            <a:extLst>
              <a:ext uri="{FF2B5EF4-FFF2-40B4-BE49-F238E27FC236}">
                <a16:creationId xmlns:a16="http://schemas.microsoft.com/office/drawing/2014/main" id="{EE282D98-25F1-41A2-8741-5498A0B37E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3100" y="677863"/>
            <a:ext cx="5027613" cy="5027612"/>
          </a:xfrm>
        </p:spPr>
        <p:txBody>
          <a:bodyPr rtlCol="0" anchor="b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42" name="Egyenlő szárú háromszög 41">
            <a:extLst>
              <a:ext uri="{FF2B5EF4-FFF2-40B4-BE49-F238E27FC236}">
                <a16:creationId xmlns:a16="http://schemas.microsoft.com/office/drawing/2014/main" id="{F4E64290-5ADA-4894-8496-DE46331C2910}"/>
              </a:ext>
            </a:extLst>
          </p:cNvPr>
          <p:cNvSpPr/>
          <p:nvPr userDrawn="1"/>
        </p:nvSpPr>
        <p:spPr>
          <a:xfrm rot="10800000">
            <a:off x="9083730" y="1158583"/>
            <a:ext cx="740512" cy="503107"/>
          </a:xfrm>
          <a:prstGeom prst="triangle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5400000" scaled="1"/>
          </a:gradFill>
          <a:ln>
            <a:noFill/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56" name="Ötszög 55" descr="Díszítő ötszög">
            <a:extLst>
              <a:ext uri="{FF2B5EF4-FFF2-40B4-BE49-F238E27FC236}">
                <a16:creationId xmlns:a16="http://schemas.microsoft.com/office/drawing/2014/main" id="{D15BB2C0-BD5B-4059-B6DD-D4F308F67614}"/>
              </a:ext>
            </a:extLst>
          </p:cNvPr>
          <p:cNvSpPr/>
          <p:nvPr userDrawn="1"/>
        </p:nvSpPr>
        <p:spPr>
          <a:xfrm rot="9580640">
            <a:off x="6481222" y="2964189"/>
            <a:ext cx="757111" cy="721058"/>
          </a:xfrm>
          <a:prstGeom prst="pentagon">
            <a:avLst/>
          </a:prstGeom>
          <a:solidFill>
            <a:srgbClr val="9F759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57" name="Ötszög 56" descr="Díszítő ötszög">
            <a:extLst>
              <a:ext uri="{FF2B5EF4-FFF2-40B4-BE49-F238E27FC236}">
                <a16:creationId xmlns:a16="http://schemas.microsoft.com/office/drawing/2014/main" id="{5952E374-4F31-499D-AE65-70BE93A687B1}"/>
              </a:ext>
            </a:extLst>
          </p:cNvPr>
          <p:cNvSpPr/>
          <p:nvPr userDrawn="1"/>
        </p:nvSpPr>
        <p:spPr>
          <a:xfrm rot="2023435">
            <a:off x="6293127" y="2835173"/>
            <a:ext cx="406272" cy="386926"/>
          </a:xfrm>
          <a:prstGeom prst="pentagon">
            <a:avLst/>
          </a:prstGeom>
          <a:solidFill>
            <a:srgbClr val="9F759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58" name="Ötszög 57" descr="Díszítő ötszög">
            <a:extLst>
              <a:ext uri="{FF2B5EF4-FFF2-40B4-BE49-F238E27FC236}">
                <a16:creationId xmlns:a16="http://schemas.microsoft.com/office/drawing/2014/main" id="{0AD25D5C-1169-4033-9219-1AF667F17F0B}"/>
              </a:ext>
            </a:extLst>
          </p:cNvPr>
          <p:cNvSpPr/>
          <p:nvPr userDrawn="1"/>
        </p:nvSpPr>
        <p:spPr>
          <a:xfrm rot="5080640">
            <a:off x="4738201" y="1787439"/>
            <a:ext cx="688283" cy="655507"/>
          </a:xfrm>
          <a:prstGeom prst="pentagon">
            <a:avLst/>
          </a:prstGeom>
          <a:solidFill>
            <a:srgbClr val="FF928F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38742298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öszönjük!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zabadkézi sokszög: Alakzat 45">
            <a:extLst>
              <a:ext uri="{FF2B5EF4-FFF2-40B4-BE49-F238E27FC236}">
                <a16:creationId xmlns:a16="http://schemas.microsoft.com/office/drawing/2014/main" id="{0A91D902-B83C-4440-B743-224DF1A5EFE4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custGeom>
            <a:avLst/>
            <a:gdLst>
              <a:gd name="connsiteX0" fmla="*/ 108001 w 12192000"/>
              <a:gd name="connsiteY0" fmla="*/ 108000 h 6857999"/>
              <a:gd name="connsiteX1" fmla="*/ 108001 w 12192000"/>
              <a:gd name="connsiteY1" fmla="*/ 6749999 h 6857999"/>
              <a:gd name="connsiteX2" fmla="*/ 12084000 w 12192000"/>
              <a:gd name="connsiteY2" fmla="*/ 6749999 h 6857999"/>
              <a:gd name="connsiteX3" fmla="*/ 12084000 w 12192000"/>
              <a:gd name="connsiteY3" fmla="*/ 108000 h 6857999"/>
              <a:gd name="connsiteX4" fmla="*/ 0 w 12192000"/>
              <a:gd name="connsiteY4" fmla="*/ 0 h 6857999"/>
              <a:gd name="connsiteX5" fmla="*/ 1 w 12192000"/>
              <a:gd name="connsiteY5" fmla="*/ 0 h 6857999"/>
              <a:gd name="connsiteX6" fmla="*/ 12192000 w 12192000"/>
              <a:gd name="connsiteY6" fmla="*/ 0 h 6857999"/>
              <a:gd name="connsiteX7" fmla="*/ 12192000 w 12192000"/>
              <a:gd name="connsiteY7" fmla="*/ 6857999 h 6857999"/>
              <a:gd name="connsiteX8" fmla="*/ 1 w 12192000"/>
              <a:gd name="connsiteY8" fmla="*/ 6857999 h 6857999"/>
              <a:gd name="connsiteX9" fmla="*/ 0 w 12192000"/>
              <a:gd name="connsiteY9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6857999">
                <a:moveTo>
                  <a:pt x="108001" y="108000"/>
                </a:moveTo>
                <a:lnTo>
                  <a:pt x="108001" y="6749999"/>
                </a:lnTo>
                <a:lnTo>
                  <a:pt x="12084000" y="6749999"/>
                </a:lnTo>
                <a:lnTo>
                  <a:pt x="12084000" y="108000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2192000" y="0"/>
                </a:lnTo>
                <a:lnTo>
                  <a:pt x="12192000" y="6857999"/>
                </a:lnTo>
                <a:lnTo>
                  <a:pt x="1" y="6857999"/>
                </a:lnTo>
                <a:lnTo>
                  <a:pt x="0" y="6857999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accent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grpSp>
        <p:nvGrpSpPr>
          <p:cNvPr id="16" name="Csoport 15">
            <a:extLst>
              <a:ext uri="{FF2B5EF4-FFF2-40B4-BE49-F238E27FC236}">
                <a16:creationId xmlns:a16="http://schemas.microsoft.com/office/drawing/2014/main" id="{FCBD139D-0699-4BC5-B75A-A53F7BE6D9A6}"/>
              </a:ext>
            </a:extLst>
          </p:cNvPr>
          <p:cNvGrpSpPr/>
          <p:nvPr/>
        </p:nvGrpSpPr>
        <p:grpSpPr>
          <a:xfrm rot="4830719">
            <a:off x="3592918" y="724568"/>
            <a:ext cx="4776768" cy="4776768"/>
            <a:chOff x="2514599" y="1566862"/>
            <a:chExt cx="3810001" cy="3810001"/>
          </a:xfrm>
          <a:effectLst/>
          <a:scene3d>
            <a:camera prst="perspectiveHeroicExtremeLeftFacing"/>
            <a:lightRig rig="threePt" dir="t"/>
          </a:scene3d>
        </p:grpSpPr>
        <p:cxnSp>
          <p:nvCxnSpPr>
            <p:cNvPr id="20" name="Egyenes összekötő 19">
              <a:extLst>
                <a:ext uri="{FF2B5EF4-FFF2-40B4-BE49-F238E27FC236}">
                  <a16:creationId xmlns:a16="http://schemas.microsoft.com/office/drawing/2014/main" id="{75EAAF49-5654-4DCE-84C0-E8336BC12BD4}"/>
                </a:ext>
              </a:extLst>
            </p:cNvPr>
            <p:cNvCxnSpPr/>
            <p:nvPr/>
          </p:nvCxnSpPr>
          <p:spPr>
            <a:xfrm>
              <a:off x="2514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4">
                      <a:lumMod val="25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Egyenes összekötő 20">
              <a:extLst>
                <a:ext uri="{FF2B5EF4-FFF2-40B4-BE49-F238E27FC236}">
                  <a16:creationId xmlns:a16="http://schemas.microsoft.com/office/drawing/2014/main" id="{D9401B41-6E13-4546-8AAC-2728F89FAF76}"/>
                </a:ext>
              </a:extLst>
            </p:cNvPr>
            <p:cNvCxnSpPr/>
            <p:nvPr/>
          </p:nvCxnSpPr>
          <p:spPr>
            <a:xfrm>
              <a:off x="2895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4">
                      <a:lumMod val="25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gyenes összekötő 21">
              <a:extLst>
                <a:ext uri="{FF2B5EF4-FFF2-40B4-BE49-F238E27FC236}">
                  <a16:creationId xmlns:a16="http://schemas.microsoft.com/office/drawing/2014/main" id="{B7A76080-8F75-4B32-9114-880C87646FE2}"/>
                </a:ext>
              </a:extLst>
            </p:cNvPr>
            <p:cNvCxnSpPr/>
            <p:nvPr/>
          </p:nvCxnSpPr>
          <p:spPr>
            <a:xfrm>
              <a:off x="3276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4">
                      <a:lumMod val="25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Egyenes összekötő 22">
              <a:extLst>
                <a:ext uri="{FF2B5EF4-FFF2-40B4-BE49-F238E27FC236}">
                  <a16:creationId xmlns:a16="http://schemas.microsoft.com/office/drawing/2014/main" id="{BE2A1F8C-0406-4CB3-9869-26BA7E734D0F}"/>
                </a:ext>
              </a:extLst>
            </p:cNvPr>
            <p:cNvCxnSpPr/>
            <p:nvPr/>
          </p:nvCxnSpPr>
          <p:spPr>
            <a:xfrm>
              <a:off x="3657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4">
                      <a:lumMod val="25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gyenes összekötő 23">
              <a:extLst>
                <a:ext uri="{FF2B5EF4-FFF2-40B4-BE49-F238E27FC236}">
                  <a16:creationId xmlns:a16="http://schemas.microsoft.com/office/drawing/2014/main" id="{1C78EEFE-6C2B-4D69-B0E3-B2BF76325172}"/>
                </a:ext>
              </a:extLst>
            </p:cNvPr>
            <p:cNvCxnSpPr/>
            <p:nvPr/>
          </p:nvCxnSpPr>
          <p:spPr>
            <a:xfrm>
              <a:off x="4038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4">
                      <a:lumMod val="25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gyenes összekötő 24">
              <a:extLst>
                <a:ext uri="{FF2B5EF4-FFF2-40B4-BE49-F238E27FC236}">
                  <a16:creationId xmlns:a16="http://schemas.microsoft.com/office/drawing/2014/main" id="{43325AD3-62C5-4A8B-872A-F165A03A1635}"/>
                </a:ext>
              </a:extLst>
            </p:cNvPr>
            <p:cNvCxnSpPr/>
            <p:nvPr/>
          </p:nvCxnSpPr>
          <p:spPr>
            <a:xfrm>
              <a:off x="4419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4">
                      <a:lumMod val="25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gyenes összekötő 25">
              <a:extLst>
                <a:ext uri="{FF2B5EF4-FFF2-40B4-BE49-F238E27FC236}">
                  <a16:creationId xmlns:a16="http://schemas.microsoft.com/office/drawing/2014/main" id="{9493D3B8-5A11-4C86-B38B-627413AAB973}"/>
                </a:ext>
              </a:extLst>
            </p:cNvPr>
            <p:cNvCxnSpPr/>
            <p:nvPr/>
          </p:nvCxnSpPr>
          <p:spPr>
            <a:xfrm>
              <a:off x="4800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4">
                      <a:lumMod val="25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Egyenes összekötő 26">
              <a:extLst>
                <a:ext uri="{FF2B5EF4-FFF2-40B4-BE49-F238E27FC236}">
                  <a16:creationId xmlns:a16="http://schemas.microsoft.com/office/drawing/2014/main" id="{81801A13-B692-41ED-AFEC-E95D85AE8016}"/>
                </a:ext>
              </a:extLst>
            </p:cNvPr>
            <p:cNvCxnSpPr/>
            <p:nvPr/>
          </p:nvCxnSpPr>
          <p:spPr>
            <a:xfrm>
              <a:off x="5181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4">
                      <a:lumMod val="25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Egyenes összekötő 27">
              <a:extLst>
                <a:ext uri="{FF2B5EF4-FFF2-40B4-BE49-F238E27FC236}">
                  <a16:creationId xmlns:a16="http://schemas.microsoft.com/office/drawing/2014/main" id="{28895529-45F9-4DF2-926F-48ACB4710FB8}"/>
                </a:ext>
              </a:extLst>
            </p:cNvPr>
            <p:cNvCxnSpPr/>
            <p:nvPr/>
          </p:nvCxnSpPr>
          <p:spPr>
            <a:xfrm>
              <a:off x="5562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4">
                      <a:lumMod val="25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gyenes összekötő 28">
              <a:extLst>
                <a:ext uri="{FF2B5EF4-FFF2-40B4-BE49-F238E27FC236}">
                  <a16:creationId xmlns:a16="http://schemas.microsoft.com/office/drawing/2014/main" id="{897502D6-D65B-4CA1-90E3-765715D26AF6}"/>
                </a:ext>
              </a:extLst>
            </p:cNvPr>
            <p:cNvCxnSpPr/>
            <p:nvPr/>
          </p:nvCxnSpPr>
          <p:spPr>
            <a:xfrm>
              <a:off x="5943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4">
                      <a:lumMod val="25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gyenes összekötő 29">
              <a:extLst>
                <a:ext uri="{FF2B5EF4-FFF2-40B4-BE49-F238E27FC236}">
                  <a16:creationId xmlns:a16="http://schemas.microsoft.com/office/drawing/2014/main" id="{522FCDB9-11E7-4962-A63D-DBBBE2AFE5FB}"/>
                </a:ext>
              </a:extLst>
            </p:cNvPr>
            <p:cNvCxnSpPr/>
            <p:nvPr/>
          </p:nvCxnSpPr>
          <p:spPr>
            <a:xfrm>
              <a:off x="6324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4">
                      <a:lumMod val="25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Egyenes összekötő 30">
              <a:extLst>
                <a:ext uri="{FF2B5EF4-FFF2-40B4-BE49-F238E27FC236}">
                  <a16:creationId xmlns:a16="http://schemas.microsoft.com/office/drawing/2014/main" id="{AA5E4EA5-3CAD-4CBC-BDAA-2218A53D6A09}"/>
                </a:ext>
              </a:extLst>
            </p:cNvPr>
            <p:cNvCxnSpPr/>
            <p:nvPr/>
          </p:nvCxnSpPr>
          <p:spPr>
            <a:xfrm rot="5400000">
              <a:off x="4419598" y="-338136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4">
                      <a:lumMod val="25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Egyenes összekötő 31">
              <a:extLst>
                <a:ext uri="{FF2B5EF4-FFF2-40B4-BE49-F238E27FC236}">
                  <a16:creationId xmlns:a16="http://schemas.microsoft.com/office/drawing/2014/main" id="{2B6971A7-8CB7-4298-84D5-AFC5ACB3E97C}"/>
                </a:ext>
              </a:extLst>
            </p:cNvPr>
            <p:cNvCxnSpPr/>
            <p:nvPr/>
          </p:nvCxnSpPr>
          <p:spPr>
            <a:xfrm rot="5400000">
              <a:off x="4419598" y="42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4">
                      <a:lumMod val="25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Egyenes összekötő 32">
              <a:extLst>
                <a:ext uri="{FF2B5EF4-FFF2-40B4-BE49-F238E27FC236}">
                  <a16:creationId xmlns:a16="http://schemas.microsoft.com/office/drawing/2014/main" id="{23D783FA-8529-4E60-926E-CD074AF08F80}"/>
                </a:ext>
              </a:extLst>
            </p:cNvPr>
            <p:cNvCxnSpPr/>
            <p:nvPr/>
          </p:nvCxnSpPr>
          <p:spPr>
            <a:xfrm rot="5400000">
              <a:off x="4419598" y="423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4">
                      <a:lumMod val="25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gyenes összekötő 33">
              <a:extLst>
                <a:ext uri="{FF2B5EF4-FFF2-40B4-BE49-F238E27FC236}">
                  <a16:creationId xmlns:a16="http://schemas.microsoft.com/office/drawing/2014/main" id="{CEEAF4AE-F667-4B32-BA58-C301ED6E8E15}"/>
                </a:ext>
              </a:extLst>
            </p:cNvPr>
            <p:cNvCxnSpPr/>
            <p:nvPr/>
          </p:nvCxnSpPr>
          <p:spPr>
            <a:xfrm rot="5400000">
              <a:off x="4419598" y="804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4">
                      <a:lumMod val="25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Egyenes összekötő 34">
              <a:extLst>
                <a:ext uri="{FF2B5EF4-FFF2-40B4-BE49-F238E27FC236}">
                  <a16:creationId xmlns:a16="http://schemas.microsoft.com/office/drawing/2014/main" id="{2B2D9C25-6081-4F9D-B4AC-59725F0DD9B3}"/>
                </a:ext>
              </a:extLst>
            </p:cNvPr>
            <p:cNvCxnSpPr/>
            <p:nvPr/>
          </p:nvCxnSpPr>
          <p:spPr>
            <a:xfrm rot="5400000">
              <a:off x="4419598" y="1185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4">
                      <a:lumMod val="25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Egyenes összekötő 35">
              <a:extLst>
                <a:ext uri="{FF2B5EF4-FFF2-40B4-BE49-F238E27FC236}">
                  <a16:creationId xmlns:a16="http://schemas.microsoft.com/office/drawing/2014/main" id="{52BF68F2-24DA-4128-9232-1F53DB96F072}"/>
                </a:ext>
              </a:extLst>
            </p:cNvPr>
            <p:cNvCxnSpPr/>
            <p:nvPr/>
          </p:nvCxnSpPr>
          <p:spPr>
            <a:xfrm rot="5400000">
              <a:off x="4419598" y="1566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4">
                      <a:lumMod val="25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Egyenes összekötő 36">
              <a:extLst>
                <a:ext uri="{FF2B5EF4-FFF2-40B4-BE49-F238E27FC236}">
                  <a16:creationId xmlns:a16="http://schemas.microsoft.com/office/drawing/2014/main" id="{9ECFB08D-85AF-471B-AD33-A0BBF6F266AC}"/>
                </a:ext>
              </a:extLst>
            </p:cNvPr>
            <p:cNvCxnSpPr/>
            <p:nvPr/>
          </p:nvCxnSpPr>
          <p:spPr>
            <a:xfrm rot="5400000">
              <a:off x="4419598" y="1947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4">
                      <a:lumMod val="25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Egyenes összekötő 37">
              <a:extLst>
                <a:ext uri="{FF2B5EF4-FFF2-40B4-BE49-F238E27FC236}">
                  <a16:creationId xmlns:a16="http://schemas.microsoft.com/office/drawing/2014/main" id="{E44B948A-1F29-4324-953B-E0D09728B752}"/>
                </a:ext>
              </a:extLst>
            </p:cNvPr>
            <p:cNvCxnSpPr/>
            <p:nvPr/>
          </p:nvCxnSpPr>
          <p:spPr>
            <a:xfrm rot="5400000">
              <a:off x="4419598" y="2328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4">
                      <a:lumMod val="25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Egyenes összekötő 38">
              <a:extLst>
                <a:ext uri="{FF2B5EF4-FFF2-40B4-BE49-F238E27FC236}">
                  <a16:creationId xmlns:a16="http://schemas.microsoft.com/office/drawing/2014/main" id="{C92E399E-43AF-4109-9D48-54C8E19777B3}"/>
                </a:ext>
              </a:extLst>
            </p:cNvPr>
            <p:cNvCxnSpPr/>
            <p:nvPr/>
          </p:nvCxnSpPr>
          <p:spPr>
            <a:xfrm rot="5400000">
              <a:off x="4419598" y="2709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4">
                      <a:lumMod val="25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Egyenes összekötő 39">
              <a:extLst>
                <a:ext uri="{FF2B5EF4-FFF2-40B4-BE49-F238E27FC236}">
                  <a16:creationId xmlns:a16="http://schemas.microsoft.com/office/drawing/2014/main" id="{AB01A614-15A0-4C2E-AB23-5989288BDFA9}"/>
                </a:ext>
              </a:extLst>
            </p:cNvPr>
            <p:cNvCxnSpPr/>
            <p:nvPr/>
          </p:nvCxnSpPr>
          <p:spPr>
            <a:xfrm rot="5400000">
              <a:off x="4419598" y="3090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4">
                      <a:lumMod val="25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Egyenes összekötő 40">
              <a:extLst>
                <a:ext uri="{FF2B5EF4-FFF2-40B4-BE49-F238E27FC236}">
                  <a16:creationId xmlns:a16="http://schemas.microsoft.com/office/drawing/2014/main" id="{B7CA8B13-21A9-4FD3-9002-18139B20E060}"/>
                </a:ext>
              </a:extLst>
            </p:cNvPr>
            <p:cNvCxnSpPr/>
            <p:nvPr/>
          </p:nvCxnSpPr>
          <p:spPr>
            <a:xfrm rot="5400000">
              <a:off x="4419598" y="3471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4">
                      <a:lumMod val="25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27226" y="2930402"/>
            <a:ext cx="4680000" cy="997196"/>
          </a:xfrm>
          <a:noFill/>
        </p:spPr>
        <p:txBody>
          <a:bodyPr wrap="square" rtlCol="0">
            <a:spAutoFit/>
            <a:scene3d>
              <a:camera prst="perspectiveContrastingLeftFacing" fov="6300000">
                <a:rot lat="20400000" lon="1200000" rev="0"/>
              </a:camera>
              <a:lightRig rig="chilly" dir="t"/>
            </a:scene3d>
            <a:sp3d extrusionH="196850" contourW="25400" prstMaterial="dkEdge">
              <a:bevelT w="44450" h="38100" prst="coolSlant"/>
              <a:bevelB w="82550" h="38100" prst="coolSlant"/>
              <a:contourClr>
                <a:schemeClr val="accent1">
                  <a:lumMod val="20000"/>
                  <a:lumOff val="80000"/>
                </a:schemeClr>
              </a:contourClr>
            </a:sp3d>
          </a:bodyPr>
          <a:lstStyle>
            <a:lvl1pPr>
              <a:defRPr lang="en-ZA" sz="7200" b="1" spc="-600" dirty="0">
                <a:gradFill>
                  <a:gsLst>
                    <a:gs pos="29000">
                      <a:srgbClr val="F2D3D0"/>
                    </a:gs>
                    <a:gs pos="55000">
                      <a:srgbClr val="A9E0ED"/>
                    </a:gs>
                    <a:gs pos="55000">
                      <a:schemeClr val="accent1">
                        <a:lumMod val="60000"/>
                        <a:lumOff val="40000"/>
                      </a:schemeClr>
                    </a:gs>
                    <a:gs pos="76000">
                      <a:schemeClr val="bg1"/>
                    </a:gs>
                  </a:gsLst>
                  <a:lin ang="5400000" scaled="1"/>
                </a:gradFill>
                <a:effectLst>
                  <a:glow rad="152400">
                    <a:schemeClr val="accent2">
                      <a:alpha val="40000"/>
                    </a:schemeClr>
                  </a:glow>
                  <a:outerShdw blurRad="25400" dist="25400" dir="2400000" algn="tl" rotWithShape="0">
                    <a:schemeClr val="accent4"/>
                  </a:outerShdw>
                </a:effectLst>
                <a:latin typeface="+mj-lt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marL="0" lvl="0" rtl="0"/>
            <a:r>
              <a:rPr lang="hu-HU" noProof="0" dirty="0"/>
              <a:t>KÖSZÖNJÜK!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44386" y="5005721"/>
            <a:ext cx="3245680" cy="252000"/>
          </a:xfrm>
          <a:solidFill>
            <a:schemeClr val="tx1"/>
          </a:solidFill>
        </p:spPr>
        <p:txBody>
          <a:bodyPr rtlCol="0" anchor="ctr"/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hu-HU" noProof="0" dirty="0"/>
              <a:t>Teljes név</a:t>
            </a:r>
          </a:p>
        </p:txBody>
      </p:sp>
      <p:sp>
        <p:nvSpPr>
          <p:cNvPr id="42" name="Egyenlő szárú háromszög 41">
            <a:extLst>
              <a:ext uri="{FF2B5EF4-FFF2-40B4-BE49-F238E27FC236}">
                <a16:creationId xmlns:a16="http://schemas.microsoft.com/office/drawing/2014/main" id="{F4E64290-5ADA-4894-8496-DE46331C2910}"/>
              </a:ext>
            </a:extLst>
          </p:cNvPr>
          <p:cNvSpPr/>
          <p:nvPr userDrawn="1"/>
        </p:nvSpPr>
        <p:spPr>
          <a:xfrm rot="10800000">
            <a:off x="5596970" y="680116"/>
            <a:ext cx="740512" cy="503107"/>
          </a:xfrm>
          <a:prstGeom prst="triangle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43" name="Egyenlő szárú háromszög 42">
            <a:extLst>
              <a:ext uri="{FF2B5EF4-FFF2-40B4-BE49-F238E27FC236}">
                <a16:creationId xmlns:a16="http://schemas.microsoft.com/office/drawing/2014/main" id="{A3FE7ACA-32BB-4E3D-B271-8F185C3CD0EE}"/>
              </a:ext>
            </a:extLst>
          </p:cNvPr>
          <p:cNvSpPr/>
          <p:nvPr userDrawn="1"/>
        </p:nvSpPr>
        <p:spPr>
          <a:xfrm rot="10800000">
            <a:off x="5122607" y="1540171"/>
            <a:ext cx="1689239" cy="1147676"/>
          </a:xfrm>
          <a:prstGeom prst="triangle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44" name="Egyenlő szárú háromszög 43">
            <a:extLst>
              <a:ext uri="{FF2B5EF4-FFF2-40B4-BE49-F238E27FC236}">
                <a16:creationId xmlns:a16="http://schemas.microsoft.com/office/drawing/2014/main" id="{22823DFC-317B-4932-ABC6-21D5B262D756}"/>
              </a:ext>
            </a:extLst>
          </p:cNvPr>
          <p:cNvSpPr/>
          <p:nvPr userDrawn="1"/>
        </p:nvSpPr>
        <p:spPr>
          <a:xfrm>
            <a:off x="5694355" y="4263551"/>
            <a:ext cx="545742" cy="370779"/>
          </a:xfrm>
          <a:prstGeom prst="triangle">
            <a:avLst/>
          </a:pr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7" name="Szöveg helye 6">
            <a:extLst>
              <a:ext uri="{FF2B5EF4-FFF2-40B4-BE49-F238E27FC236}">
                <a16:creationId xmlns:a16="http://schemas.microsoft.com/office/drawing/2014/main" id="{D8184D0A-B8E9-4D23-BA6B-957E71F909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44386" y="5317750"/>
            <a:ext cx="3245680" cy="252000"/>
          </a:xfrm>
          <a:solidFill>
            <a:schemeClr val="tx1"/>
          </a:solidFill>
        </p:spPr>
        <p:txBody>
          <a:bodyPr rtlCol="0" anchor="ctr"/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lvl="0" rtl="0"/>
            <a:r>
              <a:rPr lang="hu-HU" noProof="0" dirty="0"/>
              <a:t>Kapcsolattartó telefonszáma</a:t>
            </a:r>
          </a:p>
        </p:txBody>
      </p:sp>
      <p:sp>
        <p:nvSpPr>
          <p:cNvPr id="9" name="Szöveg helye 8">
            <a:extLst>
              <a:ext uri="{FF2B5EF4-FFF2-40B4-BE49-F238E27FC236}">
                <a16:creationId xmlns:a16="http://schemas.microsoft.com/office/drawing/2014/main" id="{A4C8AFF2-1AE8-44BD-952B-E0C3C2B35D4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44386" y="5629780"/>
            <a:ext cx="3245680" cy="252000"/>
          </a:xfrm>
          <a:solidFill>
            <a:schemeClr val="tx1"/>
          </a:solidFill>
        </p:spPr>
        <p:txBody>
          <a:bodyPr rtlCol="0" anchor="ctr"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lvl="0" rtl="0"/>
            <a:r>
              <a:rPr lang="hu-HU" noProof="0" dirty="0"/>
              <a:t>E-mail vagy közösségi média fogópontja</a:t>
            </a:r>
          </a:p>
        </p:txBody>
      </p:sp>
      <p:sp>
        <p:nvSpPr>
          <p:cNvPr id="45" name="Szöveg helye 8">
            <a:extLst>
              <a:ext uri="{FF2B5EF4-FFF2-40B4-BE49-F238E27FC236}">
                <a16:creationId xmlns:a16="http://schemas.microsoft.com/office/drawing/2014/main" id="{0367CEFF-5D91-4268-97B2-B70C861674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4386" y="5940992"/>
            <a:ext cx="3245680" cy="252000"/>
          </a:xfrm>
          <a:solidFill>
            <a:schemeClr val="tx1"/>
          </a:solidFill>
        </p:spPr>
        <p:txBody>
          <a:bodyPr rtlCol="0" anchor="ctr"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lvl="0" rtl="0"/>
            <a:r>
              <a:rPr lang="hu-HU" noProof="0" dirty="0"/>
              <a:t>Webhely</a:t>
            </a:r>
          </a:p>
        </p:txBody>
      </p:sp>
    </p:spTree>
    <p:extLst>
      <p:ext uri="{BB962C8B-B14F-4D97-AF65-F5344CB8AC3E}">
        <p14:creationId xmlns:p14="http://schemas.microsoft.com/office/powerpoint/2010/main" val="4151949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dia képpel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Kép helyőrzője 4">
            <a:extLst>
              <a:ext uri="{FF2B5EF4-FFF2-40B4-BE49-F238E27FC236}">
                <a16:creationId xmlns:a16="http://schemas.microsoft.com/office/drawing/2014/main" id="{87AFE1F3-2DF6-4ACF-9437-8C79F0889B2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8000" y="108000"/>
            <a:ext cx="6573838" cy="6635750"/>
          </a:xfrm>
          <a:solidFill>
            <a:schemeClr val="accent1"/>
          </a:solidFill>
        </p:spPr>
        <p:txBody>
          <a:bodyPr rtlCol="0" anchor="ctr"/>
          <a:lstStyle>
            <a:lvl1pPr marL="0" indent="0" algn="ctr">
              <a:buNone/>
              <a:defRPr sz="14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hu-HU" noProof="0" dirty="0"/>
              <a:t>Szúrja be vagy húzza ide a fényképét</a:t>
            </a:r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A945F115-22EA-452C-BEFF-B86EC6B0D0B2}"/>
              </a:ext>
            </a:extLst>
          </p:cNvPr>
          <p:cNvSpPr/>
          <p:nvPr userDrawn="1"/>
        </p:nvSpPr>
        <p:spPr>
          <a:xfrm>
            <a:off x="6677617" y="107999"/>
            <a:ext cx="5400000" cy="6635750"/>
          </a:xfrm>
          <a:prstGeom prst="rect">
            <a:avLst/>
          </a:prstGeom>
          <a:gradFill>
            <a:gsLst>
              <a:gs pos="0">
                <a:srgbClr val="BB95C2"/>
              </a:gs>
              <a:gs pos="100000">
                <a:srgbClr val="EC9AC7"/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grpSp>
        <p:nvGrpSpPr>
          <p:cNvPr id="16" name="Csoport 15">
            <a:extLst>
              <a:ext uri="{FF2B5EF4-FFF2-40B4-BE49-F238E27FC236}">
                <a16:creationId xmlns:a16="http://schemas.microsoft.com/office/drawing/2014/main" id="{FCBD139D-0699-4BC5-B75A-A53F7BE6D9A6}"/>
              </a:ext>
            </a:extLst>
          </p:cNvPr>
          <p:cNvGrpSpPr/>
          <p:nvPr/>
        </p:nvGrpSpPr>
        <p:grpSpPr>
          <a:xfrm rot="4830719">
            <a:off x="6634200" y="724568"/>
            <a:ext cx="4776768" cy="4776768"/>
            <a:chOff x="2514599" y="1566862"/>
            <a:chExt cx="3810001" cy="3810001"/>
          </a:xfrm>
          <a:effectLst/>
          <a:scene3d>
            <a:camera prst="perspectiveHeroicExtremeLeftFacing"/>
            <a:lightRig rig="threePt" dir="t"/>
          </a:scene3d>
        </p:grpSpPr>
        <p:cxnSp>
          <p:nvCxnSpPr>
            <p:cNvPr id="20" name="Egyenes összekötő 19">
              <a:extLst>
                <a:ext uri="{FF2B5EF4-FFF2-40B4-BE49-F238E27FC236}">
                  <a16:creationId xmlns:a16="http://schemas.microsoft.com/office/drawing/2014/main" id="{75EAAF49-5654-4DCE-84C0-E8336BC12BD4}"/>
                </a:ext>
              </a:extLst>
            </p:cNvPr>
            <p:cNvCxnSpPr/>
            <p:nvPr/>
          </p:nvCxnSpPr>
          <p:spPr>
            <a:xfrm>
              <a:off x="2514600" y="1566862"/>
              <a:ext cx="0" cy="3809998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Egyenes összekötő 20">
              <a:extLst>
                <a:ext uri="{FF2B5EF4-FFF2-40B4-BE49-F238E27FC236}">
                  <a16:creationId xmlns:a16="http://schemas.microsoft.com/office/drawing/2014/main" id="{D9401B41-6E13-4546-8AAC-2728F89FAF76}"/>
                </a:ext>
              </a:extLst>
            </p:cNvPr>
            <p:cNvCxnSpPr/>
            <p:nvPr/>
          </p:nvCxnSpPr>
          <p:spPr>
            <a:xfrm>
              <a:off x="2895600" y="1566862"/>
              <a:ext cx="0" cy="3809998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gyenes összekötő 21">
              <a:extLst>
                <a:ext uri="{FF2B5EF4-FFF2-40B4-BE49-F238E27FC236}">
                  <a16:creationId xmlns:a16="http://schemas.microsoft.com/office/drawing/2014/main" id="{B7A76080-8F75-4B32-9114-880C87646FE2}"/>
                </a:ext>
              </a:extLst>
            </p:cNvPr>
            <p:cNvCxnSpPr/>
            <p:nvPr/>
          </p:nvCxnSpPr>
          <p:spPr>
            <a:xfrm>
              <a:off x="3276600" y="1566862"/>
              <a:ext cx="0" cy="3809998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Egyenes összekötő 22">
              <a:extLst>
                <a:ext uri="{FF2B5EF4-FFF2-40B4-BE49-F238E27FC236}">
                  <a16:creationId xmlns:a16="http://schemas.microsoft.com/office/drawing/2014/main" id="{BE2A1F8C-0406-4CB3-9869-26BA7E734D0F}"/>
                </a:ext>
              </a:extLst>
            </p:cNvPr>
            <p:cNvCxnSpPr/>
            <p:nvPr/>
          </p:nvCxnSpPr>
          <p:spPr>
            <a:xfrm>
              <a:off x="3657600" y="1566862"/>
              <a:ext cx="0" cy="3809998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gyenes összekötő 23">
              <a:extLst>
                <a:ext uri="{FF2B5EF4-FFF2-40B4-BE49-F238E27FC236}">
                  <a16:creationId xmlns:a16="http://schemas.microsoft.com/office/drawing/2014/main" id="{1C78EEFE-6C2B-4D69-B0E3-B2BF76325172}"/>
                </a:ext>
              </a:extLst>
            </p:cNvPr>
            <p:cNvCxnSpPr/>
            <p:nvPr/>
          </p:nvCxnSpPr>
          <p:spPr>
            <a:xfrm>
              <a:off x="4038600" y="1566862"/>
              <a:ext cx="0" cy="3809998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gyenes összekötő 24">
              <a:extLst>
                <a:ext uri="{FF2B5EF4-FFF2-40B4-BE49-F238E27FC236}">
                  <a16:creationId xmlns:a16="http://schemas.microsoft.com/office/drawing/2014/main" id="{43325AD3-62C5-4A8B-872A-F165A03A1635}"/>
                </a:ext>
              </a:extLst>
            </p:cNvPr>
            <p:cNvCxnSpPr/>
            <p:nvPr/>
          </p:nvCxnSpPr>
          <p:spPr>
            <a:xfrm>
              <a:off x="4419600" y="1566862"/>
              <a:ext cx="0" cy="3809998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gyenes összekötő 25">
              <a:extLst>
                <a:ext uri="{FF2B5EF4-FFF2-40B4-BE49-F238E27FC236}">
                  <a16:creationId xmlns:a16="http://schemas.microsoft.com/office/drawing/2014/main" id="{9493D3B8-5A11-4C86-B38B-627413AAB973}"/>
                </a:ext>
              </a:extLst>
            </p:cNvPr>
            <p:cNvCxnSpPr/>
            <p:nvPr/>
          </p:nvCxnSpPr>
          <p:spPr>
            <a:xfrm>
              <a:off x="4800600" y="1566862"/>
              <a:ext cx="0" cy="3809998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Egyenes összekötő 26">
              <a:extLst>
                <a:ext uri="{FF2B5EF4-FFF2-40B4-BE49-F238E27FC236}">
                  <a16:creationId xmlns:a16="http://schemas.microsoft.com/office/drawing/2014/main" id="{81801A13-B692-41ED-AFEC-E95D85AE8016}"/>
                </a:ext>
              </a:extLst>
            </p:cNvPr>
            <p:cNvCxnSpPr/>
            <p:nvPr/>
          </p:nvCxnSpPr>
          <p:spPr>
            <a:xfrm>
              <a:off x="5181600" y="1566862"/>
              <a:ext cx="0" cy="3809998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Egyenes összekötő 27">
              <a:extLst>
                <a:ext uri="{FF2B5EF4-FFF2-40B4-BE49-F238E27FC236}">
                  <a16:creationId xmlns:a16="http://schemas.microsoft.com/office/drawing/2014/main" id="{28895529-45F9-4DF2-926F-48ACB4710FB8}"/>
                </a:ext>
              </a:extLst>
            </p:cNvPr>
            <p:cNvCxnSpPr/>
            <p:nvPr/>
          </p:nvCxnSpPr>
          <p:spPr>
            <a:xfrm>
              <a:off x="5562600" y="1566862"/>
              <a:ext cx="0" cy="3809998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gyenes összekötő 28">
              <a:extLst>
                <a:ext uri="{FF2B5EF4-FFF2-40B4-BE49-F238E27FC236}">
                  <a16:creationId xmlns:a16="http://schemas.microsoft.com/office/drawing/2014/main" id="{897502D6-D65B-4CA1-90E3-765715D26AF6}"/>
                </a:ext>
              </a:extLst>
            </p:cNvPr>
            <p:cNvCxnSpPr/>
            <p:nvPr/>
          </p:nvCxnSpPr>
          <p:spPr>
            <a:xfrm>
              <a:off x="5943600" y="1566862"/>
              <a:ext cx="0" cy="3809998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gyenes összekötő 29">
              <a:extLst>
                <a:ext uri="{FF2B5EF4-FFF2-40B4-BE49-F238E27FC236}">
                  <a16:creationId xmlns:a16="http://schemas.microsoft.com/office/drawing/2014/main" id="{522FCDB9-11E7-4962-A63D-DBBBE2AFE5FB}"/>
                </a:ext>
              </a:extLst>
            </p:cNvPr>
            <p:cNvCxnSpPr/>
            <p:nvPr/>
          </p:nvCxnSpPr>
          <p:spPr>
            <a:xfrm>
              <a:off x="6324600" y="1566862"/>
              <a:ext cx="0" cy="3809998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Egyenes összekötő 30">
              <a:extLst>
                <a:ext uri="{FF2B5EF4-FFF2-40B4-BE49-F238E27FC236}">
                  <a16:creationId xmlns:a16="http://schemas.microsoft.com/office/drawing/2014/main" id="{AA5E4EA5-3CAD-4CBC-BDAA-2218A53D6A09}"/>
                </a:ext>
              </a:extLst>
            </p:cNvPr>
            <p:cNvCxnSpPr/>
            <p:nvPr/>
          </p:nvCxnSpPr>
          <p:spPr>
            <a:xfrm rot="5400000">
              <a:off x="4419598" y="-338136"/>
              <a:ext cx="0" cy="3809997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Egyenes összekötő 31">
              <a:extLst>
                <a:ext uri="{FF2B5EF4-FFF2-40B4-BE49-F238E27FC236}">
                  <a16:creationId xmlns:a16="http://schemas.microsoft.com/office/drawing/2014/main" id="{2B6971A7-8CB7-4298-84D5-AFC5ACB3E97C}"/>
                </a:ext>
              </a:extLst>
            </p:cNvPr>
            <p:cNvCxnSpPr/>
            <p:nvPr/>
          </p:nvCxnSpPr>
          <p:spPr>
            <a:xfrm rot="5400000">
              <a:off x="4419598" y="42864"/>
              <a:ext cx="0" cy="3809997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Egyenes összekötő 32">
              <a:extLst>
                <a:ext uri="{FF2B5EF4-FFF2-40B4-BE49-F238E27FC236}">
                  <a16:creationId xmlns:a16="http://schemas.microsoft.com/office/drawing/2014/main" id="{23D783FA-8529-4E60-926E-CD074AF08F80}"/>
                </a:ext>
              </a:extLst>
            </p:cNvPr>
            <p:cNvCxnSpPr/>
            <p:nvPr/>
          </p:nvCxnSpPr>
          <p:spPr>
            <a:xfrm rot="5400000">
              <a:off x="4419598" y="423864"/>
              <a:ext cx="0" cy="3809997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gyenes összekötő 33">
              <a:extLst>
                <a:ext uri="{FF2B5EF4-FFF2-40B4-BE49-F238E27FC236}">
                  <a16:creationId xmlns:a16="http://schemas.microsoft.com/office/drawing/2014/main" id="{CEEAF4AE-F667-4B32-BA58-C301ED6E8E15}"/>
                </a:ext>
              </a:extLst>
            </p:cNvPr>
            <p:cNvCxnSpPr/>
            <p:nvPr/>
          </p:nvCxnSpPr>
          <p:spPr>
            <a:xfrm rot="5400000">
              <a:off x="4419598" y="804864"/>
              <a:ext cx="0" cy="3809997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Egyenes összekötő 34">
              <a:extLst>
                <a:ext uri="{FF2B5EF4-FFF2-40B4-BE49-F238E27FC236}">
                  <a16:creationId xmlns:a16="http://schemas.microsoft.com/office/drawing/2014/main" id="{2B2D9C25-6081-4F9D-B4AC-59725F0DD9B3}"/>
                </a:ext>
              </a:extLst>
            </p:cNvPr>
            <p:cNvCxnSpPr/>
            <p:nvPr/>
          </p:nvCxnSpPr>
          <p:spPr>
            <a:xfrm rot="5400000">
              <a:off x="4419598" y="1185864"/>
              <a:ext cx="0" cy="3809997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Egyenes összekötő 35">
              <a:extLst>
                <a:ext uri="{FF2B5EF4-FFF2-40B4-BE49-F238E27FC236}">
                  <a16:creationId xmlns:a16="http://schemas.microsoft.com/office/drawing/2014/main" id="{52BF68F2-24DA-4128-9232-1F53DB96F072}"/>
                </a:ext>
              </a:extLst>
            </p:cNvPr>
            <p:cNvCxnSpPr/>
            <p:nvPr/>
          </p:nvCxnSpPr>
          <p:spPr>
            <a:xfrm rot="5400000">
              <a:off x="4419598" y="1566864"/>
              <a:ext cx="0" cy="3809997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Egyenes összekötő 36">
              <a:extLst>
                <a:ext uri="{FF2B5EF4-FFF2-40B4-BE49-F238E27FC236}">
                  <a16:creationId xmlns:a16="http://schemas.microsoft.com/office/drawing/2014/main" id="{9ECFB08D-85AF-471B-AD33-A0BBF6F266AC}"/>
                </a:ext>
              </a:extLst>
            </p:cNvPr>
            <p:cNvCxnSpPr/>
            <p:nvPr/>
          </p:nvCxnSpPr>
          <p:spPr>
            <a:xfrm rot="5400000">
              <a:off x="4419598" y="1947864"/>
              <a:ext cx="0" cy="3809997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Egyenes összekötő 37">
              <a:extLst>
                <a:ext uri="{FF2B5EF4-FFF2-40B4-BE49-F238E27FC236}">
                  <a16:creationId xmlns:a16="http://schemas.microsoft.com/office/drawing/2014/main" id="{E44B948A-1F29-4324-953B-E0D09728B752}"/>
                </a:ext>
              </a:extLst>
            </p:cNvPr>
            <p:cNvCxnSpPr/>
            <p:nvPr/>
          </p:nvCxnSpPr>
          <p:spPr>
            <a:xfrm rot="5400000">
              <a:off x="4419598" y="2328864"/>
              <a:ext cx="0" cy="3809997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Egyenes összekötő 38">
              <a:extLst>
                <a:ext uri="{FF2B5EF4-FFF2-40B4-BE49-F238E27FC236}">
                  <a16:creationId xmlns:a16="http://schemas.microsoft.com/office/drawing/2014/main" id="{C92E399E-43AF-4109-9D48-54C8E19777B3}"/>
                </a:ext>
              </a:extLst>
            </p:cNvPr>
            <p:cNvCxnSpPr/>
            <p:nvPr/>
          </p:nvCxnSpPr>
          <p:spPr>
            <a:xfrm rot="5400000">
              <a:off x="4419598" y="2709864"/>
              <a:ext cx="0" cy="3809997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Egyenes összekötő 39">
              <a:extLst>
                <a:ext uri="{FF2B5EF4-FFF2-40B4-BE49-F238E27FC236}">
                  <a16:creationId xmlns:a16="http://schemas.microsoft.com/office/drawing/2014/main" id="{AB01A614-15A0-4C2E-AB23-5989288BDFA9}"/>
                </a:ext>
              </a:extLst>
            </p:cNvPr>
            <p:cNvCxnSpPr/>
            <p:nvPr/>
          </p:nvCxnSpPr>
          <p:spPr>
            <a:xfrm rot="5400000">
              <a:off x="4419598" y="3090864"/>
              <a:ext cx="0" cy="3809997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Egyenes összekötő 40">
              <a:extLst>
                <a:ext uri="{FF2B5EF4-FFF2-40B4-BE49-F238E27FC236}">
                  <a16:creationId xmlns:a16="http://schemas.microsoft.com/office/drawing/2014/main" id="{B7CA8B13-21A9-4FD3-9002-18139B20E060}"/>
                </a:ext>
              </a:extLst>
            </p:cNvPr>
            <p:cNvCxnSpPr/>
            <p:nvPr/>
          </p:nvCxnSpPr>
          <p:spPr>
            <a:xfrm rot="5400000">
              <a:off x="4419598" y="3471864"/>
              <a:ext cx="0" cy="3809997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37617" y="1933206"/>
            <a:ext cx="4680000" cy="2991588"/>
          </a:xfrm>
          <a:noFill/>
        </p:spPr>
        <p:txBody>
          <a:bodyPr wrap="square" rtlCol="0">
            <a:spAutoFit/>
            <a:scene3d>
              <a:camera prst="perspectiveContrastingLeftFacing" fov="6300000">
                <a:rot lat="20400000" lon="1200000" rev="0"/>
              </a:camera>
              <a:lightRig rig="chilly" dir="t"/>
            </a:scene3d>
            <a:sp3d extrusionH="196850" contourW="25400" prstMaterial="dkEdge">
              <a:bevelT w="44450" h="38100" prst="coolSlant"/>
              <a:bevelB w="82550" h="38100" prst="coolSlant"/>
              <a:contourClr>
                <a:schemeClr val="accent1">
                  <a:lumMod val="20000"/>
                  <a:lumOff val="80000"/>
                </a:schemeClr>
              </a:contourClr>
            </a:sp3d>
          </a:bodyPr>
          <a:lstStyle>
            <a:lvl1pPr>
              <a:defRPr lang="en-ZA" sz="7200" b="1" spc="-600" dirty="0">
                <a:gradFill>
                  <a:gsLst>
                    <a:gs pos="29000">
                      <a:schemeClr val="accent2">
                        <a:lumMod val="50000"/>
                      </a:schemeClr>
                    </a:gs>
                    <a:gs pos="55000">
                      <a:srgbClr val="A9E0ED"/>
                    </a:gs>
                    <a:gs pos="55000">
                      <a:schemeClr val="accent1">
                        <a:lumMod val="60000"/>
                        <a:lumOff val="40000"/>
                      </a:schemeClr>
                    </a:gs>
                    <a:gs pos="76000">
                      <a:schemeClr val="bg1"/>
                    </a:gs>
                  </a:gsLst>
                  <a:lin ang="5400000" scaled="1"/>
                </a:gradFill>
                <a:effectLst>
                  <a:glow rad="152400">
                    <a:srgbClr val="BADEDA">
                      <a:alpha val="40000"/>
                    </a:srgbClr>
                  </a:glow>
                  <a:outerShdw blurRad="25400" dist="25400" dir="2400000" algn="tl" rotWithShape="0">
                    <a:srgbClr val="BADEDA"/>
                  </a:outerShdw>
                </a:effectLst>
                <a:latin typeface="+mj-lt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marL="0" lvl="0" rtl="0"/>
            <a:r>
              <a:rPr lang="hu-HU" noProof="0" dirty="0"/>
              <a:t>A RETRÓ 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5922" y="5154839"/>
            <a:ext cx="4736077" cy="787411"/>
          </a:xfrm>
          <a:solidFill>
            <a:schemeClr val="tx1"/>
          </a:solidFill>
        </p:spPr>
        <p:txBody>
          <a:bodyPr lIns="180000" tIns="72000" rIns="180000" bIns="72000" rtlCol="0" anchor="ctr"/>
          <a:lstStyle>
            <a:lvl1pPr marL="0" indent="0"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hu-HU" noProof="0"/>
              <a:t>Kattintson ide az alcím mintájának szerkesztéséhez</a:t>
            </a:r>
            <a:endParaRPr lang="hu-HU" noProof="0" dirty="0"/>
          </a:p>
        </p:txBody>
      </p:sp>
      <p:sp>
        <p:nvSpPr>
          <p:cNvPr id="42" name="Egyenlő szárú háromszög 41">
            <a:extLst>
              <a:ext uri="{FF2B5EF4-FFF2-40B4-BE49-F238E27FC236}">
                <a16:creationId xmlns:a16="http://schemas.microsoft.com/office/drawing/2014/main" id="{F4E64290-5ADA-4894-8496-DE46331C2910}"/>
              </a:ext>
            </a:extLst>
          </p:cNvPr>
          <p:cNvSpPr/>
          <p:nvPr userDrawn="1"/>
        </p:nvSpPr>
        <p:spPr>
          <a:xfrm rot="10800000">
            <a:off x="2803689" y="2040344"/>
            <a:ext cx="740512" cy="503107"/>
          </a:xfrm>
          <a:prstGeom prst="triangle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43" name="Egyenlő szárú háromszög 42">
            <a:extLst>
              <a:ext uri="{FF2B5EF4-FFF2-40B4-BE49-F238E27FC236}">
                <a16:creationId xmlns:a16="http://schemas.microsoft.com/office/drawing/2014/main" id="{A3FE7ACA-32BB-4E3D-B271-8F185C3CD0EE}"/>
              </a:ext>
            </a:extLst>
          </p:cNvPr>
          <p:cNvSpPr/>
          <p:nvPr userDrawn="1"/>
        </p:nvSpPr>
        <p:spPr>
          <a:xfrm rot="10800000">
            <a:off x="2324207" y="2900399"/>
            <a:ext cx="1689239" cy="1147676"/>
          </a:xfrm>
          <a:prstGeom prst="triangle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44" name="Egyenlő szárú háromszög 43">
            <a:extLst>
              <a:ext uri="{FF2B5EF4-FFF2-40B4-BE49-F238E27FC236}">
                <a16:creationId xmlns:a16="http://schemas.microsoft.com/office/drawing/2014/main" id="{22823DFC-317B-4932-ABC6-21D5B262D756}"/>
              </a:ext>
            </a:extLst>
          </p:cNvPr>
          <p:cNvSpPr/>
          <p:nvPr userDrawn="1"/>
        </p:nvSpPr>
        <p:spPr>
          <a:xfrm>
            <a:off x="3748124" y="4263551"/>
            <a:ext cx="545742" cy="370779"/>
          </a:xfrm>
          <a:prstGeom prst="triangle">
            <a:avLst/>
          </a:pr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lválasztó di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zabadkézi sokszög: Alakzat 67">
            <a:extLst>
              <a:ext uri="{FF2B5EF4-FFF2-40B4-BE49-F238E27FC236}">
                <a16:creationId xmlns:a16="http://schemas.microsoft.com/office/drawing/2014/main" id="{2836D779-B379-4EF2-899C-33A74B679EEF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custGeom>
            <a:avLst/>
            <a:gdLst>
              <a:gd name="connsiteX0" fmla="*/ 108001 w 12192000"/>
              <a:gd name="connsiteY0" fmla="*/ 108000 h 6857999"/>
              <a:gd name="connsiteX1" fmla="*/ 108001 w 12192000"/>
              <a:gd name="connsiteY1" fmla="*/ 6749999 h 6857999"/>
              <a:gd name="connsiteX2" fmla="*/ 12084000 w 12192000"/>
              <a:gd name="connsiteY2" fmla="*/ 6749999 h 6857999"/>
              <a:gd name="connsiteX3" fmla="*/ 12084000 w 12192000"/>
              <a:gd name="connsiteY3" fmla="*/ 108000 h 6857999"/>
              <a:gd name="connsiteX4" fmla="*/ 0 w 12192000"/>
              <a:gd name="connsiteY4" fmla="*/ 0 h 6857999"/>
              <a:gd name="connsiteX5" fmla="*/ 1 w 12192000"/>
              <a:gd name="connsiteY5" fmla="*/ 0 h 6857999"/>
              <a:gd name="connsiteX6" fmla="*/ 12192000 w 12192000"/>
              <a:gd name="connsiteY6" fmla="*/ 0 h 6857999"/>
              <a:gd name="connsiteX7" fmla="*/ 12192000 w 12192000"/>
              <a:gd name="connsiteY7" fmla="*/ 6857999 h 6857999"/>
              <a:gd name="connsiteX8" fmla="*/ 1 w 12192000"/>
              <a:gd name="connsiteY8" fmla="*/ 6857999 h 6857999"/>
              <a:gd name="connsiteX9" fmla="*/ 0 w 12192000"/>
              <a:gd name="connsiteY9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6857999">
                <a:moveTo>
                  <a:pt x="108001" y="108000"/>
                </a:moveTo>
                <a:lnTo>
                  <a:pt x="108001" y="6749999"/>
                </a:lnTo>
                <a:lnTo>
                  <a:pt x="12084000" y="6749999"/>
                </a:lnTo>
                <a:lnTo>
                  <a:pt x="12084000" y="108000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2192000" y="0"/>
                </a:lnTo>
                <a:lnTo>
                  <a:pt x="12192000" y="6857999"/>
                </a:lnTo>
                <a:lnTo>
                  <a:pt x="1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pic>
        <p:nvPicPr>
          <p:cNvPr id="10" name="Kép 9" descr="Csillag a háttérben&#10;&#10;A leírás teljesen megbízható">
            <a:extLst>
              <a:ext uri="{FF2B5EF4-FFF2-40B4-BE49-F238E27FC236}">
                <a16:creationId xmlns:a16="http://schemas.microsoft.com/office/drawing/2014/main" id="{1EB78F37-ED4C-4686-AFCC-BF511BA527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75439" y="108745"/>
            <a:ext cx="5417792" cy="6635005"/>
          </a:xfrm>
          <a:prstGeom prst="rect">
            <a:avLst/>
          </a:prstGeom>
        </p:spPr>
      </p:pic>
      <p:grpSp>
        <p:nvGrpSpPr>
          <p:cNvPr id="45" name="Csoport 44">
            <a:extLst>
              <a:ext uri="{FF2B5EF4-FFF2-40B4-BE49-F238E27FC236}">
                <a16:creationId xmlns:a16="http://schemas.microsoft.com/office/drawing/2014/main" id="{00D551C8-4BF9-413C-A7A0-7C874EA0C1EB}"/>
              </a:ext>
            </a:extLst>
          </p:cNvPr>
          <p:cNvGrpSpPr/>
          <p:nvPr userDrawn="1"/>
        </p:nvGrpSpPr>
        <p:grpSpPr>
          <a:xfrm>
            <a:off x="7682767" y="1707806"/>
            <a:ext cx="3442387" cy="3442387"/>
            <a:chOff x="2514599" y="1566862"/>
            <a:chExt cx="3810001" cy="3810001"/>
          </a:xfrm>
          <a:effectLst>
            <a:glow rad="101600">
              <a:schemeClr val="accent2">
                <a:satMod val="175000"/>
                <a:alpha val="18000"/>
              </a:schemeClr>
            </a:glow>
          </a:effectLst>
        </p:grpSpPr>
        <p:cxnSp>
          <p:nvCxnSpPr>
            <p:cNvPr id="46" name="Egyenes összekötő 45">
              <a:extLst>
                <a:ext uri="{FF2B5EF4-FFF2-40B4-BE49-F238E27FC236}">
                  <a16:creationId xmlns:a16="http://schemas.microsoft.com/office/drawing/2014/main" id="{9B40F6CC-7795-4615-90F1-11497899DD3A}"/>
                </a:ext>
              </a:extLst>
            </p:cNvPr>
            <p:cNvCxnSpPr/>
            <p:nvPr/>
          </p:nvCxnSpPr>
          <p:spPr>
            <a:xfrm>
              <a:off x="2514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Egyenes összekötő 46">
              <a:extLst>
                <a:ext uri="{FF2B5EF4-FFF2-40B4-BE49-F238E27FC236}">
                  <a16:creationId xmlns:a16="http://schemas.microsoft.com/office/drawing/2014/main" id="{189DD442-0FCD-4DA1-84E0-2E386C66959A}"/>
                </a:ext>
              </a:extLst>
            </p:cNvPr>
            <p:cNvCxnSpPr/>
            <p:nvPr/>
          </p:nvCxnSpPr>
          <p:spPr>
            <a:xfrm>
              <a:off x="2895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Egyenes összekötő 47">
              <a:extLst>
                <a:ext uri="{FF2B5EF4-FFF2-40B4-BE49-F238E27FC236}">
                  <a16:creationId xmlns:a16="http://schemas.microsoft.com/office/drawing/2014/main" id="{6794EC30-C68F-4F8F-A11C-8A12D4C44359}"/>
                </a:ext>
              </a:extLst>
            </p:cNvPr>
            <p:cNvCxnSpPr/>
            <p:nvPr/>
          </p:nvCxnSpPr>
          <p:spPr>
            <a:xfrm>
              <a:off x="3276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Egyenes összekötő 48">
              <a:extLst>
                <a:ext uri="{FF2B5EF4-FFF2-40B4-BE49-F238E27FC236}">
                  <a16:creationId xmlns:a16="http://schemas.microsoft.com/office/drawing/2014/main" id="{299D75E9-9ABA-49DA-8C08-01690B2048D6}"/>
                </a:ext>
              </a:extLst>
            </p:cNvPr>
            <p:cNvCxnSpPr/>
            <p:nvPr/>
          </p:nvCxnSpPr>
          <p:spPr>
            <a:xfrm>
              <a:off x="3657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Egyenes összekötő 49">
              <a:extLst>
                <a:ext uri="{FF2B5EF4-FFF2-40B4-BE49-F238E27FC236}">
                  <a16:creationId xmlns:a16="http://schemas.microsoft.com/office/drawing/2014/main" id="{DEF629BA-5818-4F68-84E0-9709E53CCE12}"/>
                </a:ext>
              </a:extLst>
            </p:cNvPr>
            <p:cNvCxnSpPr/>
            <p:nvPr/>
          </p:nvCxnSpPr>
          <p:spPr>
            <a:xfrm>
              <a:off x="4038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gyenes összekötő 50">
              <a:extLst>
                <a:ext uri="{FF2B5EF4-FFF2-40B4-BE49-F238E27FC236}">
                  <a16:creationId xmlns:a16="http://schemas.microsoft.com/office/drawing/2014/main" id="{BE66E45C-2D7B-4E77-AB2D-087DD07929C9}"/>
                </a:ext>
              </a:extLst>
            </p:cNvPr>
            <p:cNvCxnSpPr/>
            <p:nvPr/>
          </p:nvCxnSpPr>
          <p:spPr>
            <a:xfrm>
              <a:off x="4419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Egyenes összekötő 51">
              <a:extLst>
                <a:ext uri="{FF2B5EF4-FFF2-40B4-BE49-F238E27FC236}">
                  <a16:creationId xmlns:a16="http://schemas.microsoft.com/office/drawing/2014/main" id="{AC559F57-DF51-477A-9664-F0A6E4593345}"/>
                </a:ext>
              </a:extLst>
            </p:cNvPr>
            <p:cNvCxnSpPr/>
            <p:nvPr/>
          </p:nvCxnSpPr>
          <p:spPr>
            <a:xfrm>
              <a:off x="4800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Egyenes összekötő 52">
              <a:extLst>
                <a:ext uri="{FF2B5EF4-FFF2-40B4-BE49-F238E27FC236}">
                  <a16:creationId xmlns:a16="http://schemas.microsoft.com/office/drawing/2014/main" id="{D81DE1A2-6CF2-4830-836F-E2B649B096AF}"/>
                </a:ext>
              </a:extLst>
            </p:cNvPr>
            <p:cNvCxnSpPr/>
            <p:nvPr/>
          </p:nvCxnSpPr>
          <p:spPr>
            <a:xfrm>
              <a:off x="5181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Egyenes összekötő 53">
              <a:extLst>
                <a:ext uri="{FF2B5EF4-FFF2-40B4-BE49-F238E27FC236}">
                  <a16:creationId xmlns:a16="http://schemas.microsoft.com/office/drawing/2014/main" id="{022986E8-9A85-40DF-88CF-4589415D686E}"/>
                </a:ext>
              </a:extLst>
            </p:cNvPr>
            <p:cNvCxnSpPr/>
            <p:nvPr/>
          </p:nvCxnSpPr>
          <p:spPr>
            <a:xfrm>
              <a:off x="5562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Egyenes összekötő 54">
              <a:extLst>
                <a:ext uri="{FF2B5EF4-FFF2-40B4-BE49-F238E27FC236}">
                  <a16:creationId xmlns:a16="http://schemas.microsoft.com/office/drawing/2014/main" id="{6A6F3BC4-5CDA-4ADE-8C98-B45EEEA9E822}"/>
                </a:ext>
              </a:extLst>
            </p:cNvPr>
            <p:cNvCxnSpPr/>
            <p:nvPr/>
          </p:nvCxnSpPr>
          <p:spPr>
            <a:xfrm>
              <a:off x="5943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Egyenes összekötő 55">
              <a:extLst>
                <a:ext uri="{FF2B5EF4-FFF2-40B4-BE49-F238E27FC236}">
                  <a16:creationId xmlns:a16="http://schemas.microsoft.com/office/drawing/2014/main" id="{ABB92487-E701-4906-B242-5E896B1FC968}"/>
                </a:ext>
              </a:extLst>
            </p:cNvPr>
            <p:cNvCxnSpPr/>
            <p:nvPr/>
          </p:nvCxnSpPr>
          <p:spPr>
            <a:xfrm>
              <a:off x="6324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Egyenes összekötő 56">
              <a:extLst>
                <a:ext uri="{FF2B5EF4-FFF2-40B4-BE49-F238E27FC236}">
                  <a16:creationId xmlns:a16="http://schemas.microsoft.com/office/drawing/2014/main" id="{8FFED390-C005-488A-801D-51F5E5D5E636}"/>
                </a:ext>
              </a:extLst>
            </p:cNvPr>
            <p:cNvCxnSpPr/>
            <p:nvPr/>
          </p:nvCxnSpPr>
          <p:spPr>
            <a:xfrm rot="5400000">
              <a:off x="4419598" y="-338136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Egyenes összekötő 57">
              <a:extLst>
                <a:ext uri="{FF2B5EF4-FFF2-40B4-BE49-F238E27FC236}">
                  <a16:creationId xmlns:a16="http://schemas.microsoft.com/office/drawing/2014/main" id="{C0ECF5DE-7D63-4E09-A990-9EFE8F3E2444}"/>
                </a:ext>
              </a:extLst>
            </p:cNvPr>
            <p:cNvCxnSpPr/>
            <p:nvPr/>
          </p:nvCxnSpPr>
          <p:spPr>
            <a:xfrm rot="5400000">
              <a:off x="4419598" y="42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Egyenes összekötő 58">
              <a:extLst>
                <a:ext uri="{FF2B5EF4-FFF2-40B4-BE49-F238E27FC236}">
                  <a16:creationId xmlns:a16="http://schemas.microsoft.com/office/drawing/2014/main" id="{66F82FBE-68FB-4DEB-8029-66924BDA4D1E}"/>
                </a:ext>
              </a:extLst>
            </p:cNvPr>
            <p:cNvCxnSpPr/>
            <p:nvPr/>
          </p:nvCxnSpPr>
          <p:spPr>
            <a:xfrm rot="5400000">
              <a:off x="4419598" y="423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Egyenes összekötő 59">
              <a:extLst>
                <a:ext uri="{FF2B5EF4-FFF2-40B4-BE49-F238E27FC236}">
                  <a16:creationId xmlns:a16="http://schemas.microsoft.com/office/drawing/2014/main" id="{D9E1BB4E-09B6-4106-BDE3-A38644EF47E1}"/>
                </a:ext>
              </a:extLst>
            </p:cNvPr>
            <p:cNvCxnSpPr/>
            <p:nvPr/>
          </p:nvCxnSpPr>
          <p:spPr>
            <a:xfrm rot="5400000">
              <a:off x="4419598" y="804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Egyenes összekötő 60">
              <a:extLst>
                <a:ext uri="{FF2B5EF4-FFF2-40B4-BE49-F238E27FC236}">
                  <a16:creationId xmlns:a16="http://schemas.microsoft.com/office/drawing/2014/main" id="{48FE8515-C6DF-47C8-B17B-D1488CFB34EB}"/>
                </a:ext>
              </a:extLst>
            </p:cNvPr>
            <p:cNvCxnSpPr/>
            <p:nvPr/>
          </p:nvCxnSpPr>
          <p:spPr>
            <a:xfrm rot="5400000">
              <a:off x="4419598" y="1185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Egyenes összekötő 61">
              <a:extLst>
                <a:ext uri="{FF2B5EF4-FFF2-40B4-BE49-F238E27FC236}">
                  <a16:creationId xmlns:a16="http://schemas.microsoft.com/office/drawing/2014/main" id="{E7D81FB4-C78B-4F71-83FF-F3BA73E121ED}"/>
                </a:ext>
              </a:extLst>
            </p:cNvPr>
            <p:cNvCxnSpPr/>
            <p:nvPr/>
          </p:nvCxnSpPr>
          <p:spPr>
            <a:xfrm rot="5400000">
              <a:off x="4419598" y="1566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Egyenes összekötő 62">
              <a:extLst>
                <a:ext uri="{FF2B5EF4-FFF2-40B4-BE49-F238E27FC236}">
                  <a16:creationId xmlns:a16="http://schemas.microsoft.com/office/drawing/2014/main" id="{FC6C6E5D-0A27-4FFE-8A9F-0B4550BE631B}"/>
                </a:ext>
              </a:extLst>
            </p:cNvPr>
            <p:cNvCxnSpPr/>
            <p:nvPr/>
          </p:nvCxnSpPr>
          <p:spPr>
            <a:xfrm rot="5400000">
              <a:off x="4419598" y="1947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Egyenes összekötő 63">
              <a:extLst>
                <a:ext uri="{FF2B5EF4-FFF2-40B4-BE49-F238E27FC236}">
                  <a16:creationId xmlns:a16="http://schemas.microsoft.com/office/drawing/2014/main" id="{E9C5B91D-89A8-4C76-B499-BEA540B1F253}"/>
                </a:ext>
              </a:extLst>
            </p:cNvPr>
            <p:cNvCxnSpPr/>
            <p:nvPr/>
          </p:nvCxnSpPr>
          <p:spPr>
            <a:xfrm rot="5400000">
              <a:off x="4419598" y="2328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Egyenes összekötő 64">
              <a:extLst>
                <a:ext uri="{FF2B5EF4-FFF2-40B4-BE49-F238E27FC236}">
                  <a16:creationId xmlns:a16="http://schemas.microsoft.com/office/drawing/2014/main" id="{A66B5249-941F-4ED5-8297-FB24511B0114}"/>
                </a:ext>
              </a:extLst>
            </p:cNvPr>
            <p:cNvCxnSpPr/>
            <p:nvPr/>
          </p:nvCxnSpPr>
          <p:spPr>
            <a:xfrm rot="5400000">
              <a:off x="4419598" y="2709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Egyenes összekötő 65">
              <a:extLst>
                <a:ext uri="{FF2B5EF4-FFF2-40B4-BE49-F238E27FC236}">
                  <a16:creationId xmlns:a16="http://schemas.microsoft.com/office/drawing/2014/main" id="{4B647CA6-2EEA-4936-AC3F-369D8F873A1D}"/>
                </a:ext>
              </a:extLst>
            </p:cNvPr>
            <p:cNvCxnSpPr/>
            <p:nvPr/>
          </p:nvCxnSpPr>
          <p:spPr>
            <a:xfrm rot="5400000">
              <a:off x="4419598" y="3090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:a16="http://schemas.microsoft.com/office/drawing/2014/main" id="{8CDA9DB4-338F-40E7-96CE-4D323CD63D2D}"/>
                </a:ext>
              </a:extLst>
            </p:cNvPr>
            <p:cNvCxnSpPr/>
            <p:nvPr/>
          </p:nvCxnSpPr>
          <p:spPr>
            <a:xfrm rot="5400000">
              <a:off x="4419598" y="3471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37617" y="2321292"/>
            <a:ext cx="4680000" cy="2215415"/>
          </a:xfrm>
          <a:noFill/>
        </p:spPr>
        <p:txBody>
          <a:bodyPr wrap="square" rtlCol="0">
            <a:spAutoFit/>
            <a:scene3d>
              <a:camera prst="perspectiveContrastingLeftFacing" fov="6300000">
                <a:rot lat="20400000" lon="1200000" rev="0"/>
              </a:camera>
              <a:lightRig rig="freezing" dir="t">
                <a:rot lat="0" lon="0" rev="600000"/>
              </a:lightRig>
            </a:scene3d>
            <a:sp3d extrusionH="196850" contourW="25400" prstMaterial="clear">
              <a:bevelT w="44450" h="38100" prst="relaxedInset"/>
              <a:bevelB w="82550" h="38100" prst="coolSlant"/>
              <a:contourClr>
                <a:schemeClr val="accent1">
                  <a:lumMod val="20000"/>
                  <a:lumOff val="80000"/>
                </a:schemeClr>
              </a:contourClr>
            </a:sp3d>
          </a:bodyPr>
          <a:lstStyle>
            <a:lvl1pPr>
              <a:defRPr lang="en-ZA" sz="7000" b="1" spc="-600" dirty="0">
                <a:gradFill>
                  <a:gsLst>
                    <a:gs pos="0">
                      <a:srgbClr val="C5ECF1"/>
                    </a:gs>
                    <a:gs pos="48000">
                      <a:srgbClr val="6FC0EF"/>
                    </a:gs>
                    <a:gs pos="48000">
                      <a:srgbClr val="235FA8"/>
                    </a:gs>
                    <a:gs pos="98230">
                      <a:schemeClr val="bg1"/>
                    </a:gs>
                    <a:gs pos="79000">
                      <a:srgbClr val="FDFCFC"/>
                    </a:gs>
                  </a:gsLst>
                  <a:lin ang="5400000" scaled="1"/>
                </a:gradFill>
                <a:effectLst>
                  <a:glow rad="152400">
                    <a:srgbClr val="7030A0">
                      <a:alpha val="40000"/>
                    </a:srgbClr>
                  </a:glow>
                  <a:outerShdw blurRad="25400" dist="25400" dir="2400000" algn="tl" rotWithShape="0">
                    <a:srgbClr val="FF0066"/>
                  </a:outerShdw>
                </a:effectLst>
                <a:latin typeface="Century Gothic" panose="020B0502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marL="0" lvl="0" rtl="0">
              <a:lnSpc>
                <a:spcPts val="9000"/>
              </a:lnSpc>
            </a:pPr>
            <a:r>
              <a:rPr lang="hu-HU" noProof="0" dirty="0"/>
              <a:t>A RETRÓ 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5922" y="5154839"/>
            <a:ext cx="4736077" cy="787411"/>
          </a:xfrm>
          <a:solidFill>
            <a:schemeClr val="tx1"/>
          </a:solidFill>
        </p:spPr>
        <p:txBody>
          <a:bodyPr vert="horz" lIns="180000" tIns="72000" rIns="180000" bIns="72000" rtlCol="0" anchor="ctr">
            <a:noAutofit/>
          </a:bodyPr>
          <a:lstStyle>
            <a:lvl1pPr marL="0" indent="0" algn="ctr">
              <a:buNone/>
              <a:defRPr lang="en-ZA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266700" lvl="0" indent="-266700" algn="ctr" rtl="0"/>
            <a:r>
              <a:rPr lang="hu-HU" noProof="0"/>
              <a:t>Kattintson ide az alcím mintájának szerkesztéséhez</a:t>
            </a:r>
            <a:endParaRPr lang="hu-HU" noProof="0" dirty="0"/>
          </a:p>
        </p:txBody>
      </p:sp>
      <p:sp>
        <p:nvSpPr>
          <p:cNvPr id="42" name="Egyenlő szárú háromszög 41">
            <a:extLst>
              <a:ext uri="{FF2B5EF4-FFF2-40B4-BE49-F238E27FC236}">
                <a16:creationId xmlns:a16="http://schemas.microsoft.com/office/drawing/2014/main" id="{F4E64290-5ADA-4894-8496-DE46331C2910}"/>
              </a:ext>
            </a:extLst>
          </p:cNvPr>
          <p:cNvSpPr/>
          <p:nvPr userDrawn="1"/>
        </p:nvSpPr>
        <p:spPr>
          <a:xfrm rot="10800000">
            <a:off x="9033704" y="321681"/>
            <a:ext cx="740512" cy="503107"/>
          </a:xfrm>
          <a:prstGeom prst="triangle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43" name="Egyenlő szárú háromszög 42">
            <a:extLst>
              <a:ext uri="{FF2B5EF4-FFF2-40B4-BE49-F238E27FC236}">
                <a16:creationId xmlns:a16="http://schemas.microsoft.com/office/drawing/2014/main" id="{A3FE7ACA-32BB-4E3D-B271-8F185C3CD0EE}"/>
              </a:ext>
            </a:extLst>
          </p:cNvPr>
          <p:cNvSpPr/>
          <p:nvPr userDrawn="1"/>
        </p:nvSpPr>
        <p:spPr>
          <a:xfrm rot="10800000">
            <a:off x="8559341" y="1181736"/>
            <a:ext cx="1689239" cy="1147676"/>
          </a:xfrm>
          <a:prstGeom prst="triangle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44" name="Egyenlő szárú háromszög 43">
            <a:extLst>
              <a:ext uri="{FF2B5EF4-FFF2-40B4-BE49-F238E27FC236}">
                <a16:creationId xmlns:a16="http://schemas.microsoft.com/office/drawing/2014/main" id="{22823DFC-317B-4932-ABC6-21D5B262D756}"/>
              </a:ext>
            </a:extLst>
          </p:cNvPr>
          <p:cNvSpPr/>
          <p:nvPr userDrawn="1"/>
        </p:nvSpPr>
        <p:spPr>
          <a:xfrm>
            <a:off x="9131089" y="6105745"/>
            <a:ext cx="545742" cy="370779"/>
          </a:xfrm>
          <a:prstGeom prst="triangle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40" name="Kép helyőrzője 4">
            <a:extLst>
              <a:ext uri="{FF2B5EF4-FFF2-40B4-BE49-F238E27FC236}">
                <a16:creationId xmlns:a16="http://schemas.microsoft.com/office/drawing/2014/main" id="{96748E81-F9A7-41A7-A0B7-4E33596E423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8000" y="107998"/>
            <a:ext cx="6573838" cy="6642000"/>
          </a:xfrm>
          <a:solidFill>
            <a:schemeClr val="tx1"/>
          </a:solidFill>
        </p:spPr>
        <p:txBody>
          <a:bodyPr rtlCol="0" anchor="ctr"/>
          <a:lstStyle>
            <a:lvl1pPr marL="0" indent="0" algn="ctr">
              <a:buNone/>
              <a:defRPr sz="14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hu-HU" noProof="0" dirty="0"/>
              <a:t>Szúrja be vagy húzza ide a fényképét</a:t>
            </a:r>
          </a:p>
        </p:txBody>
      </p:sp>
    </p:spTree>
    <p:extLst>
      <p:ext uri="{BB962C8B-B14F-4D97-AF65-F5344CB8AC3E}">
        <p14:creationId xmlns:p14="http://schemas.microsoft.com/office/powerpoint/2010/main" val="13132215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y cím és tartalom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églalap 13">
            <a:extLst>
              <a:ext uri="{FF2B5EF4-FFF2-40B4-BE49-F238E27FC236}">
                <a16:creationId xmlns:a16="http://schemas.microsoft.com/office/drawing/2014/main" id="{A945F115-22EA-452C-BEFF-B86EC6B0D0B2}"/>
              </a:ext>
            </a:extLst>
          </p:cNvPr>
          <p:cNvSpPr/>
          <p:nvPr userDrawn="1"/>
        </p:nvSpPr>
        <p:spPr>
          <a:xfrm>
            <a:off x="6677617" y="107999"/>
            <a:ext cx="5400000" cy="6084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grpSp>
        <p:nvGrpSpPr>
          <p:cNvPr id="16" name="Csoport 15">
            <a:extLst>
              <a:ext uri="{FF2B5EF4-FFF2-40B4-BE49-F238E27FC236}">
                <a16:creationId xmlns:a16="http://schemas.microsoft.com/office/drawing/2014/main" id="{FCBD139D-0699-4BC5-B75A-A53F7BE6D9A6}"/>
              </a:ext>
            </a:extLst>
          </p:cNvPr>
          <p:cNvGrpSpPr/>
          <p:nvPr/>
        </p:nvGrpSpPr>
        <p:grpSpPr>
          <a:xfrm rot="4830719">
            <a:off x="6634200" y="724568"/>
            <a:ext cx="4776768" cy="4776768"/>
            <a:chOff x="2514599" y="1566862"/>
            <a:chExt cx="3810001" cy="3810001"/>
          </a:xfrm>
          <a:effectLst/>
          <a:scene3d>
            <a:camera prst="perspectiveHeroicExtremeLeftFacing"/>
            <a:lightRig rig="threePt" dir="t"/>
          </a:scene3d>
        </p:grpSpPr>
        <p:cxnSp>
          <p:nvCxnSpPr>
            <p:cNvPr id="20" name="Egyenes összekötő 19">
              <a:extLst>
                <a:ext uri="{FF2B5EF4-FFF2-40B4-BE49-F238E27FC236}">
                  <a16:creationId xmlns:a16="http://schemas.microsoft.com/office/drawing/2014/main" id="{75EAAF49-5654-4DCE-84C0-E8336BC12BD4}"/>
                </a:ext>
              </a:extLst>
            </p:cNvPr>
            <p:cNvCxnSpPr/>
            <p:nvPr/>
          </p:nvCxnSpPr>
          <p:spPr>
            <a:xfrm>
              <a:off x="2514600" y="1566862"/>
              <a:ext cx="0" cy="3809998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Egyenes összekötő 20">
              <a:extLst>
                <a:ext uri="{FF2B5EF4-FFF2-40B4-BE49-F238E27FC236}">
                  <a16:creationId xmlns:a16="http://schemas.microsoft.com/office/drawing/2014/main" id="{D9401B41-6E13-4546-8AAC-2728F89FAF76}"/>
                </a:ext>
              </a:extLst>
            </p:cNvPr>
            <p:cNvCxnSpPr/>
            <p:nvPr/>
          </p:nvCxnSpPr>
          <p:spPr>
            <a:xfrm>
              <a:off x="2895600" y="1566862"/>
              <a:ext cx="0" cy="3809998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gyenes összekötő 21">
              <a:extLst>
                <a:ext uri="{FF2B5EF4-FFF2-40B4-BE49-F238E27FC236}">
                  <a16:creationId xmlns:a16="http://schemas.microsoft.com/office/drawing/2014/main" id="{B7A76080-8F75-4B32-9114-880C87646FE2}"/>
                </a:ext>
              </a:extLst>
            </p:cNvPr>
            <p:cNvCxnSpPr/>
            <p:nvPr/>
          </p:nvCxnSpPr>
          <p:spPr>
            <a:xfrm>
              <a:off x="3276600" y="1566862"/>
              <a:ext cx="0" cy="3809998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Egyenes összekötő 22">
              <a:extLst>
                <a:ext uri="{FF2B5EF4-FFF2-40B4-BE49-F238E27FC236}">
                  <a16:creationId xmlns:a16="http://schemas.microsoft.com/office/drawing/2014/main" id="{BE2A1F8C-0406-4CB3-9869-26BA7E734D0F}"/>
                </a:ext>
              </a:extLst>
            </p:cNvPr>
            <p:cNvCxnSpPr/>
            <p:nvPr/>
          </p:nvCxnSpPr>
          <p:spPr>
            <a:xfrm>
              <a:off x="3657600" y="1566862"/>
              <a:ext cx="0" cy="3809998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gyenes összekötő 23">
              <a:extLst>
                <a:ext uri="{FF2B5EF4-FFF2-40B4-BE49-F238E27FC236}">
                  <a16:creationId xmlns:a16="http://schemas.microsoft.com/office/drawing/2014/main" id="{1C78EEFE-6C2B-4D69-B0E3-B2BF76325172}"/>
                </a:ext>
              </a:extLst>
            </p:cNvPr>
            <p:cNvCxnSpPr/>
            <p:nvPr/>
          </p:nvCxnSpPr>
          <p:spPr>
            <a:xfrm>
              <a:off x="4038600" y="1566862"/>
              <a:ext cx="0" cy="3809998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gyenes összekötő 24">
              <a:extLst>
                <a:ext uri="{FF2B5EF4-FFF2-40B4-BE49-F238E27FC236}">
                  <a16:creationId xmlns:a16="http://schemas.microsoft.com/office/drawing/2014/main" id="{43325AD3-62C5-4A8B-872A-F165A03A1635}"/>
                </a:ext>
              </a:extLst>
            </p:cNvPr>
            <p:cNvCxnSpPr/>
            <p:nvPr/>
          </p:nvCxnSpPr>
          <p:spPr>
            <a:xfrm>
              <a:off x="4419600" y="1566862"/>
              <a:ext cx="0" cy="3809998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gyenes összekötő 25">
              <a:extLst>
                <a:ext uri="{FF2B5EF4-FFF2-40B4-BE49-F238E27FC236}">
                  <a16:creationId xmlns:a16="http://schemas.microsoft.com/office/drawing/2014/main" id="{9493D3B8-5A11-4C86-B38B-627413AAB973}"/>
                </a:ext>
              </a:extLst>
            </p:cNvPr>
            <p:cNvCxnSpPr/>
            <p:nvPr/>
          </p:nvCxnSpPr>
          <p:spPr>
            <a:xfrm>
              <a:off x="4800600" y="1566862"/>
              <a:ext cx="0" cy="3809998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Egyenes összekötő 26">
              <a:extLst>
                <a:ext uri="{FF2B5EF4-FFF2-40B4-BE49-F238E27FC236}">
                  <a16:creationId xmlns:a16="http://schemas.microsoft.com/office/drawing/2014/main" id="{81801A13-B692-41ED-AFEC-E95D85AE8016}"/>
                </a:ext>
              </a:extLst>
            </p:cNvPr>
            <p:cNvCxnSpPr/>
            <p:nvPr/>
          </p:nvCxnSpPr>
          <p:spPr>
            <a:xfrm>
              <a:off x="5181600" y="1566862"/>
              <a:ext cx="0" cy="3809998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Egyenes összekötő 27">
              <a:extLst>
                <a:ext uri="{FF2B5EF4-FFF2-40B4-BE49-F238E27FC236}">
                  <a16:creationId xmlns:a16="http://schemas.microsoft.com/office/drawing/2014/main" id="{28895529-45F9-4DF2-926F-48ACB4710FB8}"/>
                </a:ext>
              </a:extLst>
            </p:cNvPr>
            <p:cNvCxnSpPr/>
            <p:nvPr/>
          </p:nvCxnSpPr>
          <p:spPr>
            <a:xfrm>
              <a:off x="5562600" y="1566862"/>
              <a:ext cx="0" cy="3809998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gyenes összekötő 28">
              <a:extLst>
                <a:ext uri="{FF2B5EF4-FFF2-40B4-BE49-F238E27FC236}">
                  <a16:creationId xmlns:a16="http://schemas.microsoft.com/office/drawing/2014/main" id="{897502D6-D65B-4CA1-90E3-765715D26AF6}"/>
                </a:ext>
              </a:extLst>
            </p:cNvPr>
            <p:cNvCxnSpPr/>
            <p:nvPr/>
          </p:nvCxnSpPr>
          <p:spPr>
            <a:xfrm>
              <a:off x="5943600" y="1566862"/>
              <a:ext cx="0" cy="3809998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gyenes összekötő 29">
              <a:extLst>
                <a:ext uri="{FF2B5EF4-FFF2-40B4-BE49-F238E27FC236}">
                  <a16:creationId xmlns:a16="http://schemas.microsoft.com/office/drawing/2014/main" id="{522FCDB9-11E7-4962-A63D-DBBBE2AFE5FB}"/>
                </a:ext>
              </a:extLst>
            </p:cNvPr>
            <p:cNvCxnSpPr/>
            <p:nvPr/>
          </p:nvCxnSpPr>
          <p:spPr>
            <a:xfrm>
              <a:off x="6324600" y="1566862"/>
              <a:ext cx="0" cy="3809998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Egyenes összekötő 30">
              <a:extLst>
                <a:ext uri="{FF2B5EF4-FFF2-40B4-BE49-F238E27FC236}">
                  <a16:creationId xmlns:a16="http://schemas.microsoft.com/office/drawing/2014/main" id="{AA5E4EA5-3CAD-4CBC-BDAA-2218A53D6A09}"/>
                </a:ext>
              </a:extLst>
            </p:cNvPr>
            <p:cNvCxnSpPr/>
            <p:nvPr/>
          </p:nvCxnSpPr>
          <p:spPr>
            <a:xfrm rot="5400000">
              <a:off x="4419598" y="-338136"/>
              <a:ext cx="0" cy="3809997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Egyenes összekötő 31">
              <a:extLst>
                <a:ext uri="{FF2B5EF4-FFF2-40B4-BE49-F238E27FC236}">
                  <a16:creationId xmlns:a16="http://schemas.microsoft.com/office/drawing/2014/main" id="{2B6971A7-8CB7-4298-84D5-AFC5ACB3E97C}"/>
                </a:ext>
              </a:extLst>
            </p:cNvPr>
            <p:cNvCxnSpPr/>
            <p:nvPr/>
          </p:nvCxnSpPr>
          <p:spPr>
            <a:xfrm rot="5400000">
              <a:off x="4419598" y="42864"/>
              <a:ext cx="0" cy="3809997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Egyenes összekötő 32">
              <a:extLst>
                <a:ext uri="{FF2B5EF4-FFF2-40B4-BE49-F238E27FC236}">
                  <a16:creationId xmlns:a16="http://schemas.microsoft.com/office/drawing/2014/main" id="{23D783FA-8529-4E60-926E-CD074AF08F80}"/>
                </a:ext>
              </a:extLst>
            </p:cNvPr>
            <p:cNvCxnSpPr/>
            <p:nvPr/>
          </p:nvCxnSpPr>
          <p:spPr>
            <a:xfrm rot="5400000">
              <a:off x="4419598" y="423864"/>
              <a:ext cx="0" cy="3809997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gyenes összekötő 33">
              <a:extLst>
                <a:ext uri="{FF2B5EF4-FFF2-40B4-BE49-F238E27FC236}">
                  <a16:creationId xmlns:a16="http://schemas.microsoft.com/office/drawing/2014/main" id="{CEEAF4AE-F667-4B32-BA58-C301ED6E8E15}"/>
                </a:ext>
              </a:extLst>
            </p:cNvPr>
            <p:cNvCxnSpPr/>
            <p:nvPr/>
          </p:nvCxnSpPr>
          <p:spPr>
            <a:xfrm rot="5400000">
              <a:off x="4419598" y="804864"/>
              <a:ext cx="0" cy="3809997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Egyenes összekötő 34">
              <a:extLst>
                <a:ext uri="{FF2B5EF4-FFF2-40B4-BE49-F238E27FC236}">
                  <a16:creationId xmlns:a16="http://schemas.microsoft.com/office/drawing/2014/main" id="{2B2D9C25-6081-4F9D-B4AC-59725F0DD9B3}"/>
                </a:ext>
              </a:extLst>
            </p:cNvPr>
            <p:cNvCxnSpPr/>
            <p:nvPr/>
          </p:nvCxnSpPr>
          <p:spPr>
            <a:xfrm rot="5400000">
              <a:off x="4419598" y="1185864"/>
              <a:ext cx="0" cy="3809997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Egyenes összekötő 35">
              <a:extLst>
                <a:ext uri="{FF2B5EF4-FFF2-40B4-BE49-F238E27FC236}">
                  <a16:creationId xmlns:a16="http://schemas.microsoft.com/office/drawing/2014/main" id="{52BF68F2-24DA-4128-9232-1F53DB96F072}"/>
                </a:ext>
              </a:extLst>
            </p:cNvPr>
            <p:cNvCxnSpPr/>
            <p:nvPr/>
          </p:nvCxnSpPr>
          <p:spPr>
            <a:xfrm rot="5400000">
              <a:off x="4419598" y="1566864"/>
              <a:ext cx="0" cy="3809997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Egyenes összekötő 36">
              <a:extLst>
                <a:ext uri="{FF2B5EF4-FFF2-40B4-BE49-F238E27FC236}">
                  <a16:creationId xmlns:a16="http://schemas.microsoft.com/office/drawing/2014/main" id="{9ECFB08D-85AF-471B-AD33-A0BBF6F266AC}"/>
                </a:ext>
              </a:extLst>
            </p:cNvPr>
            <p:cNvCxnSpPr/>
            <p:nvPr/>
          </p:nvCxnSpPr>
          <p:spPr>
            <a:xfrm rot="5400000">
              <a:off x="4419598" y="1947864"/>
              <a:ext cx="0" cy="3809997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Egyenes összekötő 37">
              <a:extLst>
                <a:ext uri="{FF2B5EF4-FFF2-40B4-BE49-F238E27FC236}">
                  <a16:creationId xmlns:a16="http://schemas.microsoft.com/office/drawing/2014/main" id="{E44B948A-1F29-4324-953B-E0D09728B752}"/>
                </a:ext>
              </a:extLst>
            </p:cNvPr>
            <p:cNvCxnSpPr/>
            <p:nvPr/>
          </p:nvCxnSpPr>
          <p:spPr>
            <a:xfrm rot="5400000">
              <a:off x="4419598" y="2328864"/>
              <a:ext cx="0" cy="3809997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Egyenes összekötő 38">
              <a:extLst>
                <a:ext uri="{FF2B5EF4-FFF2-40B4-BE49-F238E27FC236}">
                  <a16:creationId xmlns:a16="http://schemas.microsoft.com/office/drawing/2014/main" id="{C92E399E-43AF-4109-9D48-54C8E19777B3}"/>
                </a:ext>
              </a:extLst>
            </p:cNvPr>
            <p:cNvCxnSpPr/>
            <p:nvPr/>
          </p:nvCxnSpPr>
          <p:spPr>
            <a:xfrm rot="5400000">
              <a:off x="4419598" y="2709864"/>
              <a:ext cx="0" cy="3809997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Egyenes összekötő 39">
              <a:extLst>
                <a:ext uri="{FF2B5EF4-FFF2-40B4-BE49-F238E27FC236}">
                  <a16:creationId xmlns:a16="http://schemas.microsoft.com/office/drawing/2014/main" id="{AB01A614-15A0-4C2E-AB23-5989288BDFA9}"/>
                </a:ext>
              </a:extLst>
            </p:cNvPr>
            <p:cNvCxnSpPr/>
            <p:nvPr/>
          </p:nvCxnSpPr>
          <p:spPr>
            <a:xfrm rot="5400000">
              <a:off x="4419598" y="3090864"/>
              <a:ext cx="0" cy="3809997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Egyenes összekötő 40">
              <a:extLst>
                <a:ext uri="{FF2B5EF4-FFF2-40B4-BE49-F238E27FC236}">
                  <a16:creationId xmlns:a16="http://schemas.microsoft.com/office/drawing/2014/main" id="{B7CA8B13-21A9-4FD3-9002-18139B20E060}"/>
                </a:ext>
              </a:extLst>
            </p:cNvPr>
            <p:cNvCxnSpPr/>
            <p:nvPr/>
          </p:nvCxnSpPr>
          <p:spPr>
            <a:xfrm rot="5400000">
              <a:off x="4419598" y="3471864"/>
              <a:ext cx="0" cy="3809997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37617" y="1933206"/>
            <a:ext cx="4680000" cy="2991588"/>
          </a:xfrm>
          <a:noFill/>
        </p:spPr>
        <p:txBody>
          <a:bodyPr wrap="square" rtlCol="0">
            <a:spAutoFit/>
            <a:scene3d>
              <a:camera prst="perspectiveContrastingLeftFacing" fov="6300000">
                <a:rot lat="20400000" lon="1200000" rev="0"/>
              </a:camera>
              <a:lightRig rig="chilly" dir="t"/>
            </a:scene3d>
            <a:sp3d extrusionH="196850" contourW="25400" prstMaterial="dkEdge">
              <a:bevelT w="44450" h="38100" prst="coolSlant"/>
              <a:bevelB w="82550" h="38100" prst="coolSlant"/>
              <a:contourClr>
                <a:schemeClr val="accent1">
                  <a:lumMod val="20000"/>
                  <a:lumOff val="80000"/>
                </a:schemeClr>
              </a:contourClr>
            </a:sp3d>
          </a:bodyPr>
          <a:lstStyle>
            <a:lvl1pPr>
              <a:defRPr lang="en-ZA" sz="7200" b="1" spc="-600" dirty="0">
                <a:gradFill>
                  <a:gsLst>
                    <a:gs pos="29000">
                      <a:schemeClr val="accent2">
                        <a:lumMod val="50000"/>
                      </a:schemeClr>
                    </a:gs>
                    <a:gs pos="55000">
                      <a:srgbClr val="A9E0ED"/>
                    </a:gs>
                    <a:gs pos="55000">
                      <a:schemeClr val="accent1">
                        <a:lumMod val="60000"/>
                        <a:lumOff val="40000"/>
                      </a:schemeClr>
                    </a:gs>
                    <a:gs pos="76000">
                      <a:schemeClr val="bg1"/>
                    </a:gs>
                  </a:gsLst>
                  <a:lin ang="5400000" scaled="1"/>
                </a:gradFill>
                <a:effectLst>
                  <a:glow rad="152400">
                    <a:srgbClr val="BADEDA">
                      <a:alpha val="40000"/>
                    </a:srgbClr>
                  </a:glow>
                  <a:outerShdw blurRad="25400" dist="25400" dir="2400000" algn="tl" rotWithShape="0">
                    <a:srgbClr val="BADEDA"/>
                  </a:outerShdw>
                </a:effectLst>
                <a:latin typeface="+mj-lt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marL="0" lvl="0" rtl="0"/>
            <a:r>
              <a:rPr lang="hu-HU" noProof="0" dirty="0"/>
              <a:t>A RETRÓ 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5922" y="5154839"/>
            <a:ext cx="4736077" cy="787411"/>
          </a:xfrm>
          <a:solidFill>
            <a:schemeClr val="tx1"/>
          </a:solidFill>
        </p:spPr>
        <p:txBody>
          <a:bodyPr vert="horz" lIns="180000" tIns="72000" rIns="180000" bIns="72000" rtlCol="0" anchor="ctr">
            <a:noAutofit/>
          </a:bodyPr>
          <a:lstStyle>
            <a:lvl1pPr marL="0" indent="0" algn="l">
              <a:buNone/>
              <a:defRPr lang="en-ZA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266700" lvl="0" indent="-266700" algn="ctr" rtl="0"/>
            <a:r>
              <a:rPr lang="hu-HU" noProof="0"/>
              <a:t>Kattintson ide az alcím mintájának szerkesztéséhez</a:t>
            </a:r>
            <a:endParaRPr lang="hu-HU" noProof="0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5491172A-F087-4B05-BBF5-B59D05196C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21849D9-E4F1-44D4-A304-70B21F3B32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FF1B57FF-E36C-4DEA-BDDC-99E2F2562F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3100" y="677863"/>
            <a:ext cx="5027613" cy="5027612"/>
          </a:xfrm>
        </p:spPr>
        <p:txBody>
          <a:bodyPr rtlCol="0" anchor="b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29267204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ép listajelei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15BEFB43-ACFA-458E-95C9-894ED14FB0B8}"/>
              </a:ext>
            </a:extLst>
          </p:cNvPr>
          <p:cNvSpPr/>
          <p:nvPr userDrawn="1"/>
        </p:nvSpPr>
        <p:spPr>
          <a:xfrm>
            <a:off x="108000" y="108001"/>
            <a:ext cx="11976000" cy="3803600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C150FBDB-A24F-4F9F-A64F-74B00594AFC2}"/>
              </a:ext>
            </a:extLst>
          </p:cNvPr>
          <p:cNvSpPr/>
          <p:nvPr userDrawn="1"/>
        </p:nvSpPr>
        <p:spPr>
          <a:xfrm>
            <a:off x="108000" y="3911600"/>
            <a:ext cx="11979225" cy="227965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9438" y="4699407"/>
            <a:ext cx="1785124" cy="1307693"/>
          </a:xfrm>
        </p:spPr>
        <p:txBody>
          <a:bodyPr rtlCol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66700" indent="0">
              <a:buFont typeface="Arial" panose="020B0604020202020204" pitchFamily="34" charset="0"/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 marL="542925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 marL="809625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 marL="1076325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 rtl="0"/>
            <a:r>
              <a:rPr lang="hu-HU" noProof="0" dirty="0"/>
              <a:t>Listajel leírása</a:t>
            </a:r>
          </a:p>
        </p:txBody>
      </p:sp>
      <p:sp>
        <p:nvSpPr>
          <p:cNvPr id="7" name="Élőláb helye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hu-HU" noProof="0" dirty="0"/>
          </a:p>
        </p:txBody>
      </p:sp>
      <p:sp>
        <p:nvSpPr>
          <p:cNvPr id="8" name="Dia számának helye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6" name="Kép helyőrzője 5">
            <a:extLst>
              <a:ext uri="{FF2B5EF4-FFF2-40B4-BE49-F238E27FC236}">
                <a16:creationId xmlns:a16="http://schemas.microsoft.com/office/drawing/2014/main" id="{38143612-6715-4267-8D14-657C6B2F922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99510" y="2502002"/>
            <a:ext cx="621792" cy="621792"/>
          </a:xfrm>
        </p:spPr>
        <p:txBody>
          <a:bodyPr rtlCol="0" anchor="ctr"/>
          <a:lstStyle>
            <a:lvl1pPr marL="0" indent="0" algn="ctr">
              <a:buFont typeface="Arial" panose="020B0604020202020204" pitchFamily="34" charset="0"/>
              <a:buNone/>
              <a:defRPr sz="11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hu-HU" noProof="0" dirty="0"/>
              <a:t>Ikon beszúrása</a:t>
            </a:r>
          </a:p>
        </p:txBody>
      </p:sp>
      <p:sp>
        <p:nvSpPr>
          <p:cNvPr id="12" name="Szöveg helye 11">
            <a:extLst>
              <a:ext uri="{FF2B5EF4-FFF2-40B4-BE49-F238E27FC236}">
                <a16:creationId xmlns:a16="http://schemas.microsoft.com/office/drawing/2014/main" id="{6561AA4B-694F-4E39-B6A3-1A4343C3F6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238" y="4222328"/>
            <a:ext cx="1785124" cy="288000"/>
          </a:xfrm>
        </p:spPr>
        <p:txBody>
          <a:bodyPr rtlCol="0"/>
          <a:lstStyle>
            <a:lvl1pPr marL="0" indent="0">
              <a:buNone/>
              <a:defRPr sz="23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hu-HU" noProof="0" dirty="0"/>
              <a:t>Listajel címe</a:t>
            </a:r>
          </a:p>
        </p:txBody>
      </p:sp>
      <p:sp>
        <p:nvSpPr>
          <p:cNvPr id="14" name="Szöveg helye 13">
            <a:extLst>
              <a:ext uri="{FF2B5EF4-FFF2-40B4-BE49-F238E27FC236}">
                <a16:creationId xmlns:a16="http://schemas.microsoft.com/office/drawing/2014/main" id="{082027BF-A05E-4BBB-AC62-E4F52D63AF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14288" y="4222328"/>
            <a:ext cx="1785124" cy="288000"/>
          </a:xfrm>
        </p:spPr>
        <p:txBody>
          <a:bodyPr rtlCol="0"/>
          <a:lstStyle>
            <a:lvl1pPr marL="0" indent="0">
              <a:buNone/>
              <a:defRPr sz="23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hu-HU" noProof="0" dirty="0"/>
              <a:t>Listajel címe</a:t>
            </a:r>
          </a:p>
        </p:txBody>
      </p:sp>
      <p:sp>
        <p:nvSpPr>
          <p:cNvPr id="16" name="Szöveg helye 15">
            <a:extLst>
              <a:ext uri="{FF2B5EF4-FFF2-40B4-BE49-F238E27FC236}">
                <a16:creationId xmlns:a16="http://schemas.microsoft.com/office/drawing/2014/main" id="{60850ADC-5F1A-46E8-9FF1-20984BF326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14438" y="4699407"/>
            <a:ext cx="1785124" cy="1307693"/>
          </a:xfrm>
        </p:spPr>
        <p:txBody>
          <a:bodyPr rtlCol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Listajel leírása</a:t>
            </a:r>
          </a:p>
        </p:txBody>
      </p:sp>
      <p:sp>
        <p:nvSpPr>
          <p:cNvPr id="18" name="Szöveg helye 17">
            <a:extLst>
              <a:ext uri="{FF2B5EF4-FFF2-40B4-BE49-F238E27FC236}">
                <a16:creationId xmlns:a16="http://schemas.microsoft.com/office/drawing/2014/main" id="{A36EC0DD-DF7C-4528-B4E0-956CC4C45A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9338" y="4222328"/>
            <a:ext cx="1785124" cy="288000"/>
          </a:xfrm>
        </p:spPr>
        <p:txBody>
          <a:bodyPr rtlCol="0"/>
          <a:lstStyle>
            <a:lvl1pPr marL="0" indent="0">
              <a:buNone/>
              <a:defRPr sz="23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hu-HU" noProof="0" dirty="0"/>
              <a:t>Listajel címe</a:t>
            </a:r>
          </a:p>
        </p:txBody>
      </p:sp>
      <p:sp>
        <p:nvSpPr>
          <p:cNvPr id="20" name="Szöveg helye 19">
            <a:extLst>
              <a:ext uri="{FF2B5EF4-FFF2-40B4-BE49-F238E27FC236}">
                <a16:creationId xmlns:a16="http://schemas.microsoft.com/office/drawing/2014/main" id="{B31E5A1A-85AF-4BC4-9723-254BB59B5A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09438" y="4699407"/>
            <a:ext cx="1785124" cy="1307693"/>
          </a:xfrm>
        </p:spPr>
        <p:txBody>
          <a:bodyPr rtlCol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Listajel leírása</a:t>
            </a:r>
          </a:p>
        </p:txBody>
      </p:sp>
      <p:sp>
        <p:nvSpPr>
          <p:cNvPr id="22" name="Szöveg helye 21">
            <a:extLst>
              <a:ext uri="{FF2B5EF4-FFF2-40B4-BE49-F238E27FC236}">
                <a16:creationId xmlns:a16="http://schemas.microsoft.com/office/drawing/2014/main" id="{7876265F-E461-4542-AAD2-D879C7BE11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388" y="4222328"/>
            <a:ext cx="1785124" cy="288000"/>
          </a:xfrm>
        </p:spPr>
        <p:txBody>
          <a:bodyPr rtlCol="0"/>
          <a:lstStyle>
            <a:lvl1pPr marL="0" indent="0">
              <a:buNone/>
              <a:defRPr sz="23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hu-HU" noProof="0" dirty="0"/>
              <a:t>Listajel címe</a:t>
            </a:r>
          </a:p>
        </p:txBody>
      </p:sp>
      <p:sp>
        <p:nvSpPr>
          <p:cNvPr id="24" name="Szöveg helye 23">
            <a:extLst>
              <a:ext uri="{FF2B5EF4-FFF2-40B4-BE49-F238E27FC236}">
                <a16:creationId xmlns:a16="http://schemas.microsoft.com/office/drawing/2014/main" id="{47126C52-CB79-436E-B0D2-FF44B1C13C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04438" y="4699407"/>
            <a:ext cx="1785124" cy="1307693"/>
          </a:xfrm>
        </p:spPr>
        <p:txBody>
          <a:bodyPr rtlCol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Listajel leírása</a:t>
            </a:r>
          </a:p>
        </p:txBody>
      </p:sp>
      <p:sp>
        <p:nvSpPr>
          <p:cNvPr id="26" name="Szöveg helye 25">
            <a:extLst>
              <a:ext uri="{FF2B5EF4-FFF2-40B4-BE49-F238E27FC236}">
                <a16:creationId xmlns:a16="http://schemas.microsoft.com/office/drawing/2014/main" id="{A59B622B-6848-462F-BD9E-B77197AE3C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799438" y="4222328"/>
            <a:ext cx="1785124" cy="288000"/>
          </a:xfrm>
        </p:spPr>
        <p:txBody>
          <a:bodyPr rtlCol="0"/>
          <a:lstStyle>
            <a:lvl1pPr marL="0" indent="0">
              <a:buNone/>
              <a:defRPr sz="23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hu-HU" noProof="0" dirty="0"/>
              <a:t>Listajel címe</a:t>
            </a:r>
          </a:p>
        </p:txBody>
      </p:sp>
      <p:sp>
        <p:nvSpPr>
          <p:cNvPr id="28" name="Szöveg helye 27">
            <a:extLst>
              <a:ext uri="{FF2B5EF4-FFF2-40B4-BE49-F238E27FC236}">
                <a16:creationId xmlns:a16="http://schemas.microsoft.com/office/drawing/2014/main" id="{A72188F1-FB33-4B07-A4D2-8766FEB269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99438" y="4699407"/>
            <a:ext cx="1785124" cy="1307693"/>
          </a:xfrm>
        </p:spPr>
        <p:txBody>
          <a:bodyPr rtlCol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Listajel leírása</a:t>
            </a:r>
          </a:p>
        </p:txBody>
      </p:sp>
      <p:sp>
        <p:nvSpPr>
          <p:cNvPr id="30" name="Kép helyőrzője 29">
            <a:extLst>
              <a:ext uri="{FF2B5EF4-FFF2-40B4-BE49-F238E27FC236}">
                <a16:creationId xmlns:a16="http://schemas.microsoft.com/office/drawing/2014/main" id="{CEE263FB-A4B6-4262-9E28-F5BE04D2762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94560" y="2502002"/>
            <a:ext cx="621792" cy="621792"/>
          </a:xfrm>
        </p:spPr>
        <p:txBody>
          <a:bodyPr rtlCol="0" anchor="ctr"/>
          <a:lstStyle>
            <a:lvl1pPr marL="0" indent="0" algn="ctr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hu-HU" noProof="0" dirty="0"/>
              <a:t>Ikon beszúrása</a:t>
            </a:r>
          </a:p>
        </p:txBody>
      </p:sp>
      <p:sp>
        <p:nvSpPr>
          <p:cNvPr id="32" name="Kép helyőrzője 31">
            <a:extLst>
              <a:ext uri="{FF2B5EF4-FFF2-40B4-BE49-F238E27FC236}">
                <a16:creationId xmlns:a16="http://schemas.microsoft.com/office/drawing/2014/main" id="{882E5BE9-B6C6-40B9-8C58-232DCF46514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789610" y="2502002"/>
            <a:ext cx="621792" cy="621792"/>
          </a:xfrm>
        </p:spPr>
        <p:txBody>
          <a:bodyPr rtlCol="0" anchor="ctr"/>
          <a:lstStyle>
            <a:lvl1pPr marL="0" indent="0" algn="ctr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hu-HU" noProof="0" dirty="0"/>
              <a:t>Ikon beszúrása</a:t>
            </a:r>
          </a:p>
        </p:txBody>
      </p:sp>
      <p:sp>
        <p:nvSpPr>
          <p:cNvPr id="34" name="Kép helyőrzője 33">
            <a:extLst>
              <a:ext uri="{FF2B5EF4-FFF2-40B4-BE49-F238E27FC236}">
                <a16:creationId xmlns:a16="http://schemas.microsoft.com/office/drawing/2014/main" id="{04B0B39C-CAA8-403A-9050-85F193E6823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084660" y="2502002"/>
            <a:ext cx="621792" cy="621792"/>
          </a:xfrm>
        </p:spPr>
        <p:txBody>
          <a:bodyPr rtlCol="0" anchor="ctr"/>
          <a:lstStyle>
            <a:lvl1pPr marL="0" indent="0" algn="ctr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hu-HU" noProof="0" dirty="0"/>
              <a:t>Ikon beszúrása</a:t>
            </a:r>
          </a:p>
        </p:txBody>
      </p:sp>
      <p:sp>
        <p:nvSpPr>
          <p:cNvPr id="36" name="Kép helyőrzője 35">
            <a:extLst>
              <a:ext uri="{FF2B5EF4-FFF2-40B4-BE49-F238E27FC236}">
                <a16:creationId xmlns:a16="http://schemas.microsoft.com/office/drawing/2014/main" id="{0B046FAC-30FD-4FF9-99EF-8D0429015DDA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379710" y="2502002"/>
            <a:ext cx="621792" cy="621792"/>
          </a:xfrm>
        </p:spPr>
        <p:txBody>
          <a:bodyPr rtlCol="0" anchor="ctr"/>
          <a:lstStyle>
            <a:lvl1pPr marL="0" indent="0" algn="ctr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hu-HU" noProof="0" dirty="0"/>
              <a:t>Ikon beszúrása</a:t>
            </a:r>
          </a:p>
        </p:txBody>
      </p:sp>
      <p:cxnSp>
        <p:nvCxnSpPr>
          <p:cNvPr id="23" name="Egyenes összekötő 22">
            <a:extLst>
              <a:ext uri="{FF2B5EF4-FFF2-40B4-BE49-F238E27FC236}">
                <a16:creationId xmlns:a16="http://schemas.microsoft.com/office/drawing/2014/main" id="{8DD25A4B-413E-4F3B-A6B1-FB87ABA39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2616200" y="1849213"/>
            <a:ext cx="0" cy="206238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gyenes összekötő 24">
            <a:extLst>
              <a:ext uri="{FF2B5EF4-FFF2-40B4-BE49-F238E27FC236}">
                <a16:creationId xmlns:a16="http://schemas.microsoft.com/office/drawing/2014/main" id="{297EC0C2-B526-47F7-B368-62FAF6AC5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4940300" y="1849213"/>
            <a:ext cx="0" cy="206238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:a16="http://schemas.microsoft.com/office/drawing/2014/main" id="{348E637F-ACCC-4022-8AE0-75FA2B0A9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7251700" y="1849213"/>
            <a:ext cx="0" cy="206238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gyenes összekötő 28">
            <a:extLst>
              <a:ext uri="{FF2B5EF4-FFF2-40B4-BE49-F238E27FC236}">
                <a16:creationId xmlns:a16="http://schemas.microsoft.com/office/drawing/2014/main" id="{27372FDE-7F88-43EF-B037-C5C6B320CE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9575800" y="1849213"/>
            <a:ext cx="0" cy="206238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3637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listaj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Kép helyőrzője 4">
            <a:extLst>
              <a:ext uri="{FF2B5EF4-FFF2-40B4-BE49-F238E27FC236}">
                <a16:creationId xmlns:a16="http://schemas.microsoft.com/office/drawing/2014/main" id="{F8F88439-2E2F-420C-B2D5-AC87C621BD2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000" y="108000"/>
            <a:ext cx="4348305" cy="6083250"/>
          </a:xfrm>
          <a:solidFill>
            <a:schemeClr val="tx1">
              <a:lumMod val="75000"/>
              <a:lumOff val="25000"/>
            </a:schemeClr>
          </a:solidFill>
        </p:spPr>
        <p:txBody>
          <a:bodyPr rtlCol="0" anchor="ctr"/>
          <a:lstStyle>
            <a:lvl1pPr marL="0" indent="0" algn="ctr">
              <a:buNone/>
              <a:defRPr sz="1400" i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hu-HU" noProof="0" dirty="0"/>
              <a:t>Szúrja be vagy húzza ide a fényképét</a:t>
            </a:r>
          </a:p>
        </p:txBody>
      </p:sp>
      <p:sp>
        <p:nvSpPr>
          <p:cNvPr id="19" name="Cím 4">
            <a:extLst>
              <a:ext uri="{FF2B5EF4-FFF2-40B4-BE49-F238E27FC236}">
                <a16:creationId xmlns:a16="http://schemas.microsoft.com/office/drawing/2014/main" id="{4BF8DEF3-C707-4695-8289-A7711DFC9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8219329" y="2326579"/>
            <a:ext cx="6083250" cy="1646095"/>
          </a:xfrm>
          <a:gradFill>
            <a:gsLst>
              <a:gs pos="0">
                <a:schemeClr val="accent1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7800000" scaled="0"/>
          </a:gradFill>
        </p:spPr>
        <p:txBody>
          <a:bodyPr vert="horz" lIns="0" tIns="0" rIns="0" bIns="0" rtlCol="0" anchor="ctr">
            <a:noAutofit/>
          </a:bodyPr>
          <a:lstStyle>
            <a:lvl1pPr algn="ctr">
              <a:defRPr lang="en-ZA" cap="all" baseline="0" dirty="0">
                <a:solidFill>
                  <a:schemeClr val="tx1"/>
                </a:solidFill>
              </a:defRPr>
            </a:lvl1pPr>
          </a:lstStyle>
          <a:p>
            <a:pPr marL="0" lvl="0" algn="ctr"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7" name="Élőláb helye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hu-HU" noProof="0" dirty="0"/>
          </a:p>
        </p:txBody>
      </p:sp>
      <p:sp>
        <p:nvSpPr>
          <p:cNvPr id="8" name="Dia számának helye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10" name="Tartalom helye 2">
            <a:extLst>
              <a:ext uri="{FF2B5EF4-FFF2-40B4-BE49-F238E27FC236}">
                <a16:creationId xmlns:a16="http://schemas.microsoft.com/office/drawing/2014/main" id="{48E3EAD4-15D7-432A-8B0A-DC2D111A2E5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27401" y="4432795"/>
            <a:ext cx="1620000" cy="1019255"/>
          </a:xfrm>
        </p:spPr>
        <p:txBody>
          <a:bodyPr rtlCol="0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266700" indent="0">
              <a:buFont typeface="Arial" panose="020B0604020202020204" pitchFamily="34" charset="0"/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 marL="542925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 marL="809625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 marL="1076325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 rtl="0"/>
            <a:r>
              <a:rPr lang="hu-HU" noProof="0" dirty="0"/>
              <a:t>Listajel leírása</a:t>
            </a:r>
          </a:p>
        </p:txBody>
      </p:sp>
      <p:sp>
        <p:nvSpPr>
          <p:cNvPr id="12" name="Szöveg helye 11">
            <a:extLst>
              <a:ext uri="{FF2B5EF4-FFF2-40B4-BE49-F238E27FC236}">
                <a16:creationId xmlns:a16="http://schemas.microsoft.com/office/drawing/2014/main" id="{61C6E612-85D9-4ADF-89D8-C2A8144E16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7201" y="3955716"/>
            <a:ext cx="1620000" cy="288000"/>
          </a:xfrm>
        </p:spPr>
        <p:txBody>
          <a:bodyPr rtlCol="0"/>
          <a:lstStyle>
            <a:lvl1pPr marL="0" indent="0" algn="ctr">
              <a:buNone/>
              <a:defRPr sz="23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hu-HU" noProof="0" dirty="0"/>
              <a:t>Listajel címe</a:t>
            </a:r>
          </a:p>
        </p:txBody>
      </p:sp>
      <p:sp>
        <p:nvSpPr>
          <p:cNvPr id="13" name="Szöveg helye 13">
            <a:extLst>
              <a:ext uri="{FF2B5EF4-FFF2-40B4-BE49-F238E27FC236}">
                <a16:creationId xmlns:a16="http://schemas.microsoft.com/office/drawing/2014/main" id="{85BE1C74-5612-4143-A6A0-9ABB2C58E9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13023" y="3955716"/>
            <a:ext cx="1620000" cy="288000"/>
          </a:xfrm>
        </p:spPr>
        <p:txBody>
          <a:bodyPr rtlCol="0"/>
          <a:lstStyle>
            <a:lvl1pPr marL="0" indent="0" algn="ctr">
              <a:buNone/>
              <a:defRPr sz="23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hu-HU" noProof="0" dirty="0"/>
              <a:t>Listajel címe</a:t>
            </a:r>
          </a:p>
        </p:txBody>
      </p:sp>
      <p:sp>
        <p:nvSpPr>
          <p:cNvPr id="14" name="Szöveg helye 15">
            <a:extLst>
              <a:ext uri="{FF2B5EF4-FFF2-40B4-BE49-F238E27FC236}">
                <a16:creationId xmlns:a16="http://schemas.microsoft.com/office/drawing/2014/main" id="{80C5C49B-CF68-4827-B4F9-A6DC6C5581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13173" y="4432795"/>
            <a:ext cx="1620000" cy="1019255"/>
          </a:xfrm>
        </p:spPr>
        <p:txBody>
          <a:bodyPr rtlCol="0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Listajel leírása</a:t>
            </a:r>
          </a:p>
        </p:txBody>
      </p:sp>
      <p:sp>
        <p:nvSpPr>
          <p:cNvPr id="15" name="Szöveg helye 17">
            <a:extLst>
              <a:ext uri="{FF2B5EF4-FFF2-40B4-BE49-F238E27FC236}">
                <a16:creationId xmlns:a16="http://schemas.microsoft.com/office/drawing/2014/main" id="{905B2A5F-2BE7-4B00-9E44-0DF572969F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98844" y="3955716"/>
            <a:ext cx="1620000" cy="288000"/>
          </a:xfrm>
        </p:spPr>
        <p:txBody>
          <a:bodyPr rtlCol="0"/>
          <a:lstStyle>
            <a:lvl1pPr marL="0" indent="0" algn="ctr">
              <a:buNone/>
              <a:defRPr sz="23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hu-HU" noProof="0" dirty="0"/>
              <a:t>Listajel címe</a:t>
            </a:r>
          </a:p>
        </p:txBody>
      </p:sp>
      <p:sp>
        <p:nvSpPr>
          <p:cNvPr id="16" name="Szöveg helye 19">
            <a:extLst>
              <a:ext uri="{FF2B5EF4-FFF2-40B4-BE49-F238E27FC236}">
                <a16:creationId xmlns:a16="http://schemas.microsoft.com/office/drawing/2014/main" id="{4F40F98E-725D-4417-9E38-1835C92B82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98944" y="4432795"/>
            <a:ext cx="1620000" cy="1019255"/>
          </a:xfrm>
        </p:spPr>
        <p:txBody>
          <a:bodyPr rtlCol="0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Listajel leírása</a:t>
            </a:r>
          </a:p>
        </p:txBody>
      </p:sp>
      <p:sp>
        <p:nvSpPr>
          <p:cNvPr id="20" name="Kép helyőrzője 5">
            <a:extLst>
              <a:ext uri="{FF2B5EF4-FFF2-40B4-BE49-F238E27FC236}">
                <a16:creationId xmlns:a16="http://schemas.microsoft.com/office/drawing/2014/main" id="{7B357BCD-40B4-1345-BF04-D10DBCF97A8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226305" y="3069267"/>
            <a:ext cx="621792" cy="621792"/>
          </a:xfrm>
        </p:spPr>
        <p:txBody>
          <a:bodyPr rtlCol="0" anchor="ctr"/>
          <a:lstStyle>
            <a:lvl1pPr marL="0" indent="0" algn="ctr">
              <a:buFont typeface="Arial" panose="020B0604020202020204" pitchFamily="34" charset="0"/>
              <a:buNone/>
              <a:defRPr sz="11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hu-HU" noProof="0" dirty="0"/>
              <a:t>Ikon beszúrása</a:t>
            </a:r>
          </a:p>
        </p:txBody>
      </p:sp>
      <p:sp>
        <p:nvSpPr>
          <p:cNvPr id="21" name="Kép helyőrzője 29">
            <a:extLst>
              <a:ext uri="{FF2B5EF4-FFF2-40B4-BE49-F238E27FC236}">
                <a16:creationId xmlns:a16="http://schemas.microsoft.com/office/drawing/2014/main" id="{32327030-7B91-D540-BB8B-4FA022B2EB6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112127" y="3069267"/>
            <a:ext cx="621792" cy="621792"/>
          </a:xfrm>
        </p:spPr>
        <p:txBody>
          <a:bodyPr rtlCol="0" anchor="ctr"/>
          <a:lstStyle>
            <a:lvl1pPr marL="0" indent="0" algn="ctr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hu-HU" noProof="0" dirty="0"/>
              <a:t>Ikon beszúrása</a:t>
            </a:r>
          </a:p>
        </p:txBody>
      </p:sp>
      <p:sp>
        <p:nvSpPr>
          <p:cNvPr id="22" name="Kép helyőrzője 31">
            <a:extLst>
              <a:ext uri="{FF2B5EF4-FFF2-40B4-BE49-F238E27FC236}">
                <a16:creationId xmlns:a16="http://schemas.microsoft.com/office/drawing/2014/main" id="{5013D7C3-E45B-144D-8A30-4272D8040D9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997948" y="3069267"/>
            <a:ext cx="621792" cy="621792"/>
          </a:xfrm>
        </p:spPr>
        <p:txBody>
          <a:bodyPr rtlCol="0" anchor="ctr"/>
          <a:lstStyle>
            <a:lvl1pPr marL="0" indent="0" algn="ctr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hu-HU" noProof="0" dirty="0"/>
              <a:t>Ikon beszúrása</a:t>
            </a:r>
          </a:p>
        </p:txBody>
      </p: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DCB492DF-015F-4763-8E2B-9FCAC5137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454775" y="2570163"/>
            <a:ext cx="0" cy="2881887"/>
          </a:xfrm>
          <a:prstGeom prst="line">
            <a:avLst/>
          </a:prstGeom>
          <a:ln>
            <a:solidFill>
              <a:srgbClr val="DFAA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E4C92078-CAC9-4E77-A670-543037FD1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8350250" y="2570163"/>
            <a:ext cx="0" cy="2881887"/>
          </a:xfrm>
          <a:prstGeom prst="line">
            <a:avLst/>
          </a:prstGeom>
          <a:ln>
            <a:solidFill>
              <a:srgbClr val="DFAA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4875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listajel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églalap 13">
            <a:extLst>
              <a:ext uri="{FF2B5EF4-FFF2-40B4-BE49-F238E27FC236}">
                <a16:creationId xmlns:a16="http://schemas.microsoft.com/office/drawing/2014/main" id="{A945F115-22EA-452C-BEFF-B86EC6B0D0B2}"/>
              </a:ext>
            </a:extLst>
          </p:cNvPr>
          <p:cNvSpPr/>
          <p:nvPr userDrawn="1"/>
        </p:nvSpPr>
        <p:spPr>
          <a:xfrm>
            <a:off x="6677617" y="107999"/>
            <a:ext cx="5400000" cy="6084000"/>
          </a:xfrm>
          <a:prstGeom prst="rect">
            <a:avLst/>
          </a:prstGeom>
          <a:gradFill>
            <a:gsLst>
              <a:gs pos="3000">
                <a:schemeClr val="accent2">
                  <a:lumMod val="75000"/>
                </a:schemeClr>
              </a:gs>
              <a:gs pos="100000">
                <a:schemeClr val="accent3"/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grpSp>
        <p:nvGrpSpPr>
          <p:cNvPr id="16" name="Csoport 15">
            <a:extLst>
              <a:ext uri="{FF2B5EF4-FFF2-40B4-BE49-F238E27FC236}">
                <a16:creationId xmlns:a16="http://schemas.microsoft.com/office/drawing/2014/main" id="{FCBD139D-0699-4BC5-B75A-A53F7BE6D9A6}"/>
              </a:ext>
            </a:extLst>
          </p:cNvPr>
          <p:cNvGrpSpPr/>
          <p:nvPr/>
        </p:nvGrpSpPr>
        <p:grpSpPr>
          <a:xfrm rot="4830719">
            <a:off x="6634200" y="724568"/>
            <a:ext cx="4776768" cy="4776768"/>
            <a:chOff x="2514599" y="1566862"/>
            <a:chExt cx="3810001" cy="3810001"/>
          </a:xfrm>
          <a:effectLst/>
          <a:scene3d>
            <a:camera prst="perspectiveHeroicExtremeLeftFacing"/>
            <a:lightRig rig="threePt" dir="t"/>
          </a:scene3d>
        </p:grpSpPr>
        <p:cxnSp>
          <p:nvCxnSpPr>
            <p:cNvPr id="20" name="Egyenes összekötő 19">
              <a:extLst>
                <a:ext uri="{FF2B5EF4-FFF2-40B4-BE49-F238E27FC236}">
                  <a16:creationId xmlns:a16="http://schemas.microsoft.com/office/drawing/2014/main" id="{75EAAF49-5654-4DCE-84C0-E8336BC12BD4}"/>
                </a:ext>
              </a:extLst>
            </p:cNvPr>
            <p:cNvCxnSpPr/>
            <p:nvPr/>
          </p:nvCxnSpPr>
          <p:spPr>
            <a:xfrm>
              <a:off x="2514600" y="1566862"/>
              <a:ext cx="0" cy="3809998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Egyenes összekötő 20">
              <a:extLst>
                <a:ext uri="{FF2B5EF4-FFF2-40B4-BE49-F238E27FC236}">
                  <a16:creationId xmlns:a16="http://schemas.microsoft.com/office/drawing/2014/main" id="{D9401B41-6E13-4546-8AAC-2728F89FAF76}"/>
                </a:ext>
              </a:extLst>
            </p:cNvPr>
            <p:cNvCxnSpPr/>
            <p:nvPr/>
          </p:nvCxnSpPr>
          <p:spPr>
            <a:xfrm>
              <a:off x="2895600" y="1566862"/>
              <a:ext cx="0" cy="3809998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gyenes összekötő 21">
              <a:extLst>
                <a:ext uri="{FF2B5EF4-FFF2-40B4-BE49-F238E27FC236}">
                  <a16:creationId xmlns:a16="http://schemas.microsoft.com/office/drawing/2014/main" id="{B7A76080-8F75-4B32-9114-880C87646FE2}"/>
                </a:ext>
              </a:extLst>
            </p:cNvPr>
            <p:cNvCxnSpPr/>
            <p:nvPr/>
          </p:nvCxnSpPr>
          <p:spPr>
            <a:xfrm>
              <a:off x="3276600" y="1566862"/>
              <a:ext cx="0" cy="3809998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Egyenes összekötő 22">
              <a:extLst>
                <a:ext uri="{FF2B5EF4-FFF2-40B4-BE49-F238E27FC236}">
                  <a16:creationId xmlns:a16="http://schemas.microsoft.com/office/drawing/2014/main" id="{BE2A1F8C-0406-4CB3-9869-26BA7E734D0F}"/>
                </a:ext>
              </a:extLst>
            </p:cNvPr>
            <p:cNvCxnSpPr/>
            <p:nvPr/>
          </p:nvCxnSpPr>
          <p:spPr>
            <a:xfrm>
              <a:off x="3657600" y="1566862"/>
              <a:ext cx="0" cy="3809998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gyenes összekötő 23">
              <a:extLst>
                <a:ext uri="{FF2B5EF4-FFF2-40B4-BE49-F238E27FC236}">
                  <a16:creationId xmlns:a16="http://schemas.microsoft.com/office/drawing/2014/main" id="{1C78EEFE-6C2B-4D69-B0E3-B2BF76325172}"/>
                </a:ext>
              </a:extLst>
            </p:cNvPr>
            <p:cNvCxnSpPr/>
            <p:nvPr/>
          </p:nvCxnSpPr>
          <p:spPr>
            <a:xfrm>
              <a:off x="4038600" y="1566862"/>
              <a:ext cx="0" cy="3809998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gyenes összekötő 24">
              <a:extLst>
                <a:ext uri="{FF2B5EF4-FFF2-40B4-BE49-F238E27FC236}">
                  <a16:creationId xmlns:a16="http://schemas.microsoft.com/office/drawing/2014/main" id="{43325AD3-62C5-4A8B-872A-F165A03A1635}"/>
                </a:ext>
              </a:extLst>
            </p:cNvPr>
            <p:cNvCxnSpPr/>
            <p:nvPr/>
          </p:nvCxnSpPr>
          <p:spPr>
            <a:xfrm>
              <a:off x="4419600" y="1566862"/>
              <a:ext cx="0" cy="3809998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gyenes összekötő 25">
              <a:extLst>
                <a:ext uri="{FF2B5EF4-FFF2-40B4-BE49-F238E27FC236}">
                  <a16:creationId xmlns:a16="http://schemas.microsoft.com/office/drawing/2014/main" id="{9493D3B8-5A11-4C86-B38B-627413AAB973}"/>
                </a:ext>
              </a:extLst>
            </p:cNvPr>
            <p:cNvCxnSpPr/>
            <p:nvPr/>
          </p:nvCxnSpPr>
          <p:spPr>
            <a:xfrm>
              <a:off x="4800600" y="1566862"/>
              <a:ext cx="0" cy="3809998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Egyenes összekötő 26">
              <a:extLst>
                <a:ext uri="{FF2B5EF4-FFF2-40B4-BE49-F238E27FC236}">
                  <a16:creationId xmlns:a16="http://schemas.microsoft.com/office/drawing/2014/main" id="{81801A13-B692-41ED-AFEC-E95D85AE8016}"/>
                </a:ext>
              </a:extLst>
            </p:cNvPr>
            <p:cNvCxnSpPr/>
            <p:nvPr/>
          </p:nvCxnSpPr>
          <p:spPr>
            <a:xfrm>
              <a:off x="5181600" y="1566862"/>
              <a:ext cx="0" cy="3809998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Egyenes összekötő 27">
              <a:extLst>
                <a:ext uri="{FF2B5EF4-FFF2-40B4-BE49-F238E27FC236}">
                  <a16:creationId xmlns:a16="http://schemas.microsoft.com/office/drawing/2014/main" id="{28895529-45F9-4DF2-926F-48ACB4710FB8}"/>
                </a:ext>
              </a:extLst>
            </p:cNvPr>
            <p:cNvCxnSpPr/>
            <p:nvPr/>
          </p:nvCxnSpPr>
          <p:spPr>
            <a:xfrm>
              <a:off x="5562600" y="1566862"/>
              <a:ext cx="0" cy="3809998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gyenes összekötő 28">
              <a:extLst>
                <a:ext uri="{FF2B5EF4-FFF2-40B4-BE49-F238E27FC236}">
                  <a16:creationId xmlns:a16="http://schemas.microsoft.com/office/drawing/2014/main" id="{897502D6-D65B-4CA1-90E3-765715D26AF6}"/>
                </a:ext>
              </a:extLst>
            </p:cNvPr>
            <p:cNvCxnSpPr/>
            <p:nvPr/>
          </p:nvCxnSpPr>
          <p:spPr>
            <a:xfrm>
              <a:off x="5943600" y="1566862"/>
              <a:ext cx="0" cy="3809998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gyenes összekötő 29">
              <a:extLst>
                <a:ext uri="{FF2B5EF4-FFF2-40B4-BE49-F238E27FC236}">
                  <a16:creationId xmlns:a16="http://schemas.microsoft.com/office/drawing/2014/main" id="{522FCDB9-11E7-4962-A63D-DBBBE2AFE5FB}"/>
                </a:ext>
              </a:extLst>
            </p:cNvPr>
            <p:cNvCxnSpPr/>
            <p:nvPr/>
          </p:nvCxnSpPr>
          <p:spPr>
            <a:xfrm>
              <a:off x="6324600" y="1566862"/>
              <a:ext cx="0" cy="3809998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Egyenes összekötő 30">
              <a:extLst>
                <a:ext uri="{FF2B5EF4-FFF2-40B4-BE49-F238E27FC236}">
                  <a16:creationId xmlns:a16="http://schemas.microsoft.com/office/drawing/2014/main" id="{AA5E4EA5-3CAD-4CBC-BDAA-2218A53D6A09}"/>
                </a:ext>
              </a:extLst>
            </p:cNvPr>
            <p:cNvCxnSpPr/>
            <p:nvPr/>
          </p:nvCxnSpPr>
          <p:spPr>
            <a:xfrm rot="5400000">
              <a:off x="4419598" y="-338136"/>
              <a:ext cx="0" cy="3809997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Egyenes összekötő 31">
              <a:extLst>
                <a:ext uri="{FF2B5EF4-FFF2-40B4-BE49-F238E27FC236}">
                  <a16:creationId xmlns:a16="http://schemas.microsoft.com/office/drawing/2014/main" id="{2B6971A7-8CB7-4298-84D5-AFC5ACB3E97C}"/>
                </a:ext>
              </a:extLst>
            </p:cNvPr>
            <p:cNvCxnSpPr/>
            <p:nvPr/>
          </p:nvCxnSpPr>
          <p:spPr>
            <a:xfrm rot="5400000">
              <a:off x="4419598" y="42864"/>
              <a:ext cx="0" cy="3809997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Egyenes összekötő 32">
              <a:extLst>
                <a:ext uri="{FF2B5EF4-FFF2-40B4-BE49-F238E27FC236}">
                  <a16:creationId xmlns:a16="http://schemas.microsoft.com/office/drawing/2014/main" id="{23D783FA-8529-4E60-926E-CD074AF08F80}"/>
                </a:ext>
              </a:extLst>
            </p:cNvPr>
            <p:cNvCxnSpPr/>
            <p:nvPr/>
          </p:nvCxnSpPr>
          <p:spPr>
            <a:xfrm rot="5400000">
              <a:off x="4419598" y="423864"/>
              <a:ext cx="0" cy="3809997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gyenes összekötő 33">
              <a:extLst>
                <a:ext uri="{FF2B5EF4-FFF2-40B4-BE49-F238E27FC236}">
                  <a16:creationId xmlns:a16="http://schemas.microsoft.com/office/drawing/2014/main" id="{CEEAF4AE-F667-4B32-BA58-C301ED6E8E15}"/>
                </a:ext>
              </a:extLst>
            </p:cNvPr>
            <p:cNvCxnSpPr/>
            <p:nvPr/>
          </p:nvCxnSpPr>
          <p:spPr>
            <a:xfrm rot="5400000">
              <a:off x="4419598" y="804864"/>
              <a:ext cx="0" cy="3809997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Egyenes összekötő 34">
              <a:extLst>
                <a:ext uri="{FF2B5EF4-FFF2-40B4-BE49-F238E27FC236}">
                  <a16:creationId xmlns:a16="http://schemas.microsoft.com/office/drawing/2014/main" id="{2B2D9C25-6081-4F9D-B4AC-59725F0DD9B3}"/>
                </a:ext>
              </a:extLst>
            </p:cNvPr>
            <p:cNvCxnSpPr/>
            <p:nvPr/>
          </p:nvCxnSpPr>
          <p:spPr>
            <a:xfrm rot="5400000">
              <a:off x="4419598" y="1185864"/>
              <a:ext cx="0" cy="3809997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Egyenes összekötő 35">
              <a:extLst>
                <a:ext uri="{FF2B5EF4-FFF2-40B4-BE49-F238E27FC236}">
                  <a16:creationId xmlns:a16="http://schemas.microsoft.com/office/drawing/2014/main" id="{52BF68F2-24DA-4128-9232-1F53DB96F072}"/>
                </a:ext>
              </a:extLst>
            </p:cNvPr>
            <p:cNvCxnSpPr/>
            <p:nvPr/>
          </p:nvCxnSpPr>
          <p:spPr>
            <a:xfrm rot="5400000">
              <a:off x="4419598" y="1566864"/>
              <a:ext cx="0" cy="3809997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Egyenes összekötő 36">
              <a:extLst>
                <a:ext uri="{FF2B5EF4-FFF2-40B4-BE49-F238E27FC236}">
                  <a16:creationId xmlns:a16="http://schemas.microsoft.com/office/drawing/2014/main" id="{9ECFB08D-85AF-471B-AD33-A0BBF6F266AC}"/>
                </a:ext>
              </a:extLst>
            </p:cNvPr>
            <p:cNvCxnSpPr/>
            <p:nvPr/>
          </p:nvCxnSpPr>
          <p:spPr>
            <a:xfrm rot="5400000">
              <a:off x="4419598" y="1947864"/>
              <a:ext cx="0" cy="3809997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Egyenes összekötő 37">
              <a:extLst>
                <a:ext uri="{FF2B5EF4-FFF2-40B4-BE49-F238E27FC236}">
                  <a16:creationId xmlns:a16="http://schemas.microsoft.com/office/drawing/2014/main" id="{E44B948A-1F29-4324-953B-E0D09728B752}"/>
                </a:ext>
              </a:extLst>
            </p:cNvPr>
            <p:cNvCxnSpPr/>
            <p:nvPr/>
          </p:nvCxnSpPr>
          <p:spPr>
            <a:xfrm rot="5400000">
              <a:off x="4419598" y="2328864"/>
              <a:ext cx="0" cy="3809997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Egyenes összekötő 38">
              <a:extLst>
                <a:ext uri="{FF2B5EF4-FFF2-40B4-BE49-F238E27FC236}">
                  <a16:creationId xmlns:a16="http://schemas.microsoft.com/office/drawing/2014/main" id="{C92E399E-43AF-4109-9D48-54C8E19777B3}"/>
                </a:ext>
              </a:extLst>
            </p:cNvPr>
            <p:cNvCxnSpPr/>
            <p:nvPr/>
          </p:nvCxnSpPr>
          <p:spPr>
            <a:xfrm rot="5400000">
              <a:off x="4419598" y="2709864"/>
              <a:ext cx="0" cy="3809997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Egyenes összekötő 39">
              <a:extLst>
                <a:ext uri="{FF2B5EF4-FFF2-40B4-BE49-F238E27FC236}">
                  <a16:creationId xmlns:a16="http://schemas.microsoft.com/office/drawing/2014/main" id="{AB01A614-15A0-4C2E-AB23-5989288BDFA9}"/>
                </a:ext>
              </a:extLst>
            </p:cNvPr>
            <p:cNvCxnSpPr/>
            <p:nvPr/>
          </p:nvCxnSpPr>
          <p:spPr>
            <a:xfrm rot="5400000">
              <a:off x="4419598" y="3090864"/>
              <a:ext cx="0" cy="3809997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Egyenes összekötő 40">
              <a:extLst>
                <a:ext uri="{FF2B5EF4-FFF2-40B4-BE49-F238E27FC236}">
                  <a16:creationId xmlns:a16="http://schemas.microsoft.com/office/drawing/2014/main" id="{B7CA8B13-21A9-4FD3-9002-18139B20E060}"/>
                </a:ext>
              </a:extLst>
            </p:cNvPr>
            <p:cNvCxnSpPr/>
            <p:nvPr/>
          </p:nvCxnSpPr>
          <p:spPr>
            <a:xfrm rot="5400000">
              <a:off x="4419598" y="3471864"/>
              <a:ext cx="0" cy="3809997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37617" y="1933206"/>
            <a:ext cx="4680000" cy="2991588"/>
          </a:xfrm>
          <a:noFill/>
        </p:spPr>
        <p:txBody>
          <a:bodyPr wrap="square" rtlCol="0">
            <a:spAutoFit/>
            <a:scene3d>
              <a:camera prst="perspectiveContrastingLeftFacing" fov="6300000">
                <a:rot lat="20400000" lon="1200000" rev="0"/>
              </a:camera>
              <a:lightRig rig="chilly" dir="t"/>
            </a:scene3d>
            <a:sp3d extrusionH="196850" contourW="25400" prstMaterial="dkEdge">
              <a:bevelT w="44450" h="38100" prst="coolSlant"/>
              <a:bevelB w="82550" h="38100" prst="coolSlant"/>
              <a:contourClr>
                <a:schemeClr val="accent1">
                  <a:lumMod val="20000"/>
                  <a:lumOff val="80000"/>
                </a:schemeClr>
              </a:contourClr>
            </a:sp3d>
          </a:bodyPr>
          <a:lstStyle>
            <a:lvl1pPr>
              <a:defRPr lang="en-ZA" sz="7200" b="1" spc="-600" dirty="0">
                <a:gradFill>
                  <a:gsLst>
                    <a:gs pos="29000">
                      <a:schemeClr val="accent2">
                        <a:lumMod val="50000"/>
                      </a:schemeClr>
                    </a:gs>
                    <a:gs pos="55000">
                      <a:srgbClr val="A9E0ED"/>
                    </a:gs>
                    <a:gs pos="55000">
                      <a:schemeClr val="accent1">
                        <a:lumMod val="60000"/>
                        <a:lumOff val="40000"/>
                      </a:schemeClr>
                    </a:gs>
                    <a:gs pos="76000">
                      <a:schemeClr val="bg1"/>
                    </a:gs>
                  </a:gsLst>
                  <a:lin ang="5400000" scaled="1"/>
                </a:gradFill>
                <a:effectLst>
                  <a:glow rad="152400">
                    <a:srgbClr val="BADEDA">
                      <a:alpha val="40000"/>
                    </a:srgbClr>
                  </a:glow>
                  <a:outerShdw blurRad="25400" dist="25400" dir="2400000" algn="tl" rotWithShape="0">
                    <a:srgbClr val="BADEDA"/>
                  </a:outerShdw>
                </a:effectLst>
                <a:latin typeface="+mj-lt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marL="0" lvl="0" rtl="0"/>
            <a:r>
              <a:rPr lang="hu-HU" noProof="0" dirty="0"/>
              <a:t>A RETRÓ 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5922" y="5154839"/>
            <a:ext cx="4736077" cy="787411"/>
          </a:xfrm>
          <a:solidFill>
            <a:schemeClr val="tx1"/>
          </a:solidFill>
        </p:spPr>
        <p:txBody>
          <a:bodyPr vert="horz" lIns="180000" tIns="72000" rIns="180000" bIns="72000" rtlCol="0" anchor="ctr">
            <a:noAutofit/>
          </a:bodyPr>
          <a:lstStyle>
            <a:lvl1pPr algn="ctr">
              <a:defRPr lang="en-ZA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lvl="0" algn="ctr" rtl="0">
              <a:buNone/>
            </a:pPr>
            <a:r>
              <a:rPr lang="hu-HU" noProof="0"/>
              <a:t>Kattintson ide az alcím mintájának szerkesztéséhez</a:t>
            </a:r>
            <a:endParaRPr lang="hu-HU" noProof="0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5491172A-F087-4B05-BBF5-B59D05196C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21849D9-E4F1-44D4-A304-70B21F3B32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45" name="Tartalom helye 2">
            <a:extLst>
              <a:ext uri="{FF2B5EF4-FFF2-40B4-BE49-F238E27FC236}">
                <a16:creationId xmlns:a16="http://schemas.microsoft.com/office/drawing/2014/main" id="{AA06333A-C124-4995-B25B-1D276C2235C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29447" y="1994192"/>
            <a:ext cx="2160000" cy="720000"/>
          </a:xfrm>
        </p:spPr>
        <p:txBody>
          <a:bodyPr rtlCol="0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266700" indent="0">
              <a:buFont typeface="Arial" panose="020B0604020202020204" pitchFamily="34" charset="0"/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 marL="542925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 marL="809625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 marL="1076325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 rtl="0"/>
            <a:r>
              <a:rPr lang="hu-HU" noProof="0" dirty="0"/>
              <a:t>Listajel leírása</a:t>
            </a:r>
          </a:p>
        </p:txBody>
      </p:sp>
      <p:sp>
        <p:nvSpPr>
          <p:cNvPr id="47" name="Szöveg helye 11">
            <a:extLst>
              <a:ext uri="{FF2B5EF4-FFF2-40B4-BE49-F238E27FC236}">
                <a16:creationId xmlns:a16="http://schemas.microsoft.com/office/drawing/2014/main" id="{D0AC3B9F-C3EB-4D0D-BE66-20D7DD20EAA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9447" y="1517113"/>
            <a:ext cx="2160000" cy="288000"/>
          </a:xfrm>
        </p:spPr>
        <p:txBody>
          <a:bodyPr rtlCol="0"/>
          <a:lstStyle>
            <a:lvl1pPr marL="0" indent="0" algn="ctr">
              <a:buNone/>
              <a:defRPr sz="23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hu-HU" noProof="0" dirty="0"/>
              <a:t>Listajel címe</a:t>
            </a:r>
          </a:p>
        </p:txBody>
      </p:sp>
      <p:sp>
        <p:nvSpPr>
          <p:cNvPr id="48" name="Szöveg helye 13">
            <a:extLst>
              <a:ext uri="{FF2B5EF4-FFF2-40B4-BE49-F238E27FC236}">
                <a16:creationId xmlns:a16="http://schemas.microsoft.com/office/drawing/2014/main" id="{E298DC35-E99A-4B45-94FA-51633D4707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24472" y="1517113"/>
            <a:ext cx="2160000" cy="288000"/>
          </a:xfrm>
        </p:spPr>
        <p:txBody>
          <a:bodyPr rtlCol="0"/>
          <a:lstStyle>
            <a:lvl1pPr marL="0" indent="0" algn="ctr">
              <a:buNone/>
              <a:defRPr sz="23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hu-HU" noProof="0" dirty="0"/>
              <a:t>Listajel címe</a:t>
            </a:r>
          </a:p>
        </p:txBody>
      </p:sp>
      <p:sp>
        <p:nvSpPr>
          <p:cNvPr id="49" name="Szöveg helye 15">
            <a:extLst>
              <a:ext uri="{FF2B5EF4-FFF2-40B4-BE49-F238E27FC236}">
                <a16:creationId xmlns:a16="http://schemas.microsoft.com/office/drawing/2014/main" id="{CB1F74CA-7077-4738-BFE9-E05E1690BF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4472" y="1994192"/>
            <a:ext cx="2160000" cy="720000"/>
          </a:xfrm>
        </p:spPr>
        <p:txBody>
          <a:bodyPr rtlCol="0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Listajel leírása</a:t>
            </a:r>
          </a:p>
        </p:txBody>
      </p:sp>
      <p:sp>
        <p:nvSpPr>
          <p:cNvPr id="50" name="Szöveg helye 17">
            <a:extLst>
              <a:ext uri="{FF2B5EF4-FFF2-40B4-BE49-F238E27FC236}">
                <a16:creationId xmlns:a16="http://schemas.microsoft.com/office/drawing/2014/main" id="{FC12520D-8D8F-419B-9EE1-5F67287E55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9447" y="4446394"/>
            <a:ext cx="2160000" cy="288000"/>
          </a:xfrm>
        </p:spPr>
        <p:txBody>
          <a:bodyPr rtlCol="0"/>
          <a:lstStyle>
            <a:lvl1pPr marL="0" indent="0" algn="ctr">
              <a:buNone/>
              <a:defRPr sz="23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hu-HU" noProof="0" dirty="0"/>
              <a:t>Listajel címe</a:t>
            </a:r>
          </a:p>
        </p:txBody>
      </p:sp>
      <p:sp>
        <p:nvSpPr>
          <p:cNvPr id="51" name="Szöveg helye 19">
            <a:extLst>
              <a:ext uri="{FF2B5EF4-FFF2-40B4-BE49-F238E27FC236}">
                <a16:creationId xmlns:a16="http://schemas.microsoft.com/office/drawing/2014/main" id="{F3980D03-4C43-475B-A285-BA1139706A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9447" y="4923473"/>
            <a:ext cx="2160000" cy="720000"/>
          </a:xfrm>
        </p:spPr>
        <p:txBody>
          <a:bodyPr rtlCol="0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Listajel leírása</a:t>
            </a:r>
          </a:p>
        </p:txBody>
      </p:sp>
      <p:sp>
        <p:nvSpPr>
          <p:cNvPr id="52" name="Szöveg helye 21">
            <a:extLst>
              <a:ext uri="{FF2B5EF4-FFF2-40B4-BE49-F238E27FC236}">
                <a16:creationId xmlns:a16="http://schemas.microsoft.com/office/drawing/2014/main" id="{54794606-10B0-4B0F-B3E1-16C51FA45F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4472" y="4446394"/>
            <a:ext cx="2160000" cy="288000"/>
          </a:xfrm>
        </p:spPr>
        <p:txBody>
          <a:bodyPr rtlCol="0"/>
          <a:lstStyle>
            <a:lvl1pPr marL="0" indent="0" algn="ctr">
              <a:buNone/>
              <a:defRPr sz="23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hu-HU" noProof="0" dirty="0"/>
              <a:t>Listajel címe</a:t>
            </a:r>
          </a:p>
        </p:txBody>
      </p:sp>
      <p:sp>
        <p:nvSpPr>
          <p:cNvPr id="53" name="Szöveg helye 23">
            <a:extLst>
              <a:ext uri="{FF2B5EF4-FFF2-40B4-BE49-F238E27FC236}">
                <a16:creationId xmlns:a16="http://schemas.microsoft.com/office/drawing/2014/main" id="{E06D8694-0C24-4632-8BC3-F49FAFA380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24472" y="4923473"/>
            <a:ext cx="2160000" cy="720000"/>
          </a:xfrm>
        </p:spPr>
        <p:txBody>
          <a:bodyPr rtlCol="0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Listajel leírása</a:t>
            </a:r>
          </a:p>
        </p:txBody>
      </p:sp>
      <p:sp>
        <p:nvSpPr>
          <p:cNvPr id="42" name="Kép helyőrzője 5">
            <a:extLst>
              <a:ext uri="{FF2B5EF4-FFF2-40B4-BE49-F238E27FC236}">
                <a16:creationId xmlns:a16="http://schemas.microsoft.com/office/drawing/2014/main" id="{641A20CB-0806-4E4D-A26A-E507CCD444D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698551" y="536795"/>
            <a:ext cx="621792" cy="621792"/>
          </a:xfrm>
        </p:spPr>
        <p:txBody>
          <a:bodyPr rtlCol="0" anchor="ctr"/>
          <a:lstStyle>
            <a:lvl1pPr marL="0" indent="0" algn="ctr">
              <a:buFont typeface="Arial" panose="020B0604020202020204" pitchFamily="34" charset="0"/>
              <a:buNone/>
              <a:defRPr sz="11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hu-HU" noProof="0" dirty="0"/>
              <a:t>Ikon beszúrása</a:t>
            </a:r>
          </a:p>
        </p:txBody>
      </p:sp>
      <p:sp>
        <p:nvSpPr>
          <p:cNvPr id="43" name="Kép helyőrzője 29">
            <a:extLst>
              <a:ext uri="{FF2B5EF4-FFF2-40B4-BE49-F238E27FC236}">
                <a16:creationId xmlns:a16="http://schemas.microsoft.com/office/drawing/2014/main" id="{E7FE2AA6-DF38-784C-A5E4-CCC29BAC9708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993576" y="536795"/>
            <a:ext cx="621792" cy="621792"/>
          </a:xfrm>
        </p:spPr>
        <p:txBody>
          <a:bodyPr rtlCol="0" anchor="ctr"/>
          <a:lstStyle>
            <a:lvl1pPr marL="0" indent="0" algn="ctr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hu-HU" noProof="0" dirty="0"/>
              <a:t>Ikon beszúrása</a:t>
            </a:r>
          </a:p>
        </p:txBody>
      </p:sp>
      <p:sp>
        <p:nvSpPr>
          <p:cNvPr id="44" name="Kép helyőrzője 5">
            <a:extLst>
              <a:ext uri="{FF2B5EF4-FFF2-40B4-BE49-F238E27FC236}">
                <a16:creationId xmlns:a16="http://schemas.microsoft.com/office/drawing/2014/main" id="{CAAAAF54-96C1-7249-9CC9-B114482106B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698551" y="3447303"/>
            <a:ext cx="621792" cy="621792"/>
          </a:xfrm>
        </p:spPr>
        <p:txBody>
          <a:bodyPr rtlCol="0" anchor="ctr"/>
          <a:lstStyle>
            <a:lvl1pPr marL="0" indent="0" algn="ctr">
              <a:buFont typeface="Arial" panose="020B0604020202020204" pitchFamily="34" charset="0"/>
              <a:buNone/>
              <a:defRPr sz="11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hu-HU" noProof="0" dirty="0"/>
              <a:t>Ikon beszúrása</a:t>
            </a:r>
          </a:p>
        </p:txBody>
      </p:sp>
      <p:sp>
        <p:nvSpPr>
          <p:cNvPr id="57" name="Kép helyőrzője 29">
            <a:extLst>
              <a:ext uri="{FF2B5EF4-FFF2-40B4-BE49-F238E27FC236}">
                <a16:creationId xmlns:a16="http://schemas.microsoft.com/office/drawing/2014/main" id="{96402660-D612-AE40-9894-BDA8C9034BF5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993576" y="3447303"/>
            <a:ext cx="621792" cy="621792"/>
          </a:xfrm>
        </p:spPr>
        <p:txBody>
          <a:bodyPr rtlCol="0" anchor="ctr"/>
          <a:lstStyle>
            <a:lvl1pPr marL="0" indent="0" algn="ctr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hu-HU" noProof="0" dirty="0"/>
              <a:t>Ikon beszúrása</a:t>
            </a:r>
          </a:p>
        </p:txBody>
      </p:sp>
      <p:cxnSp>
        <p:nvCxnSpPr>
          <p:cNvPr id="46" name="Egyenes összekötő 45">
            <a:extLst>
              <a:ext uri="{FF2B5EF4-FFF2-40B4-BE49-F238E27FC236}">
                <a16:creationId xmlns:a16="http://schemas.microsoft.com/office/drawing/2014/main" id="{CDF7DB65-3C5B-4EDB-A955-ABBDB1E9B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3164147" y="473682"/>
            <a:ext cx="0" cy="2232601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gyenes összekötő 53">
            <a:extLst>
              <a:ext uri="{FF2B5EF4-FFF2-40B4-BE49-F238E27FC236}">
                <a16:creationId xmlns:a16="http://schemas.microsoft.com/office/drawing/2014/main" id="{B94532BF-8ADC-4104-B50B-62223D310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3164147" y="3429000"/>
            <a:ext cx="0" cy="2232601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0477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ális termék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4081943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hu-HU" noProof="0" dirty="0"/>
              <a:t>Digitális cím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3802742"/>
            <a:ext cx="4114800" cy="2100507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7" name="Élőláb helye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hu-HU" noProof="0" dirty="0"/>
          </a:p>
        </p:txBody>
      </p:sp>
      <p:sp>
        <p:nvSpPr>
          <p:cNvPr id="8" name="Dia számának helye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9" name="Szöveg helye 11">
            <a:extLst>
              <a:ext uri="{FF2B5EF4-FFF2-40B4-BE49-F238E27FC236}">
                <a16:creationId xmlns:a16="http://schemas.microsoft.com/office/drawing/2014/main" id="{0C4CAB5A-998E-400A-8774-26E468D6C4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2685143"/>
            <a:ext cx="4161313" cy="969166"/>
          </a:xfrm>
        </p:spPr>
        <p:txBody>
          <a:bodyPr rtlCol="0" anchor="b"/>
          <a:lstStyle>
            <a:lvl1pPr marL="0" indent="0" algn="l">
              <a:buNone/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hu-HU" noProof="0" dirty="0"/>
              <a:t>Listajel címe</a:t>
            </a: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4FE1332C-B45E-4383-ABAB-796AE201F5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80597" y="1406679"/>
            <a:ext cx="10472179" cy="3642738"/>
          </a:xfrm>
          <a:prstGeom prst="rect">
            <a:avLst/>
          </a:prstGeom>
        </p:spPr>
      </p:pic>
      <p:sp>
        <p:nvSpPr>
          <p:cNvPr id="12" name="Kép helyőrzője 10">
            <a:extLst>
              <a:ext uri="{FF2B5EF4-FFF2-40B4-BE49-F238E27FC236}">
                <a16:creationId xmlns:a16="http://schemas.microsoft.com/office/drawing/2014/main" id="{B540C8B7-1228-4D04-949B-665F6739DD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97194" y="1683960"/>
            <a:ext cx="4566412" cy="2549374"/>
          </a:xfrm>
          <a:solidFill>
            <a:schemeClr val="tx1">
              <a:lumMod val="75000"/>
              <a:lumOff val="25000"/>
            </a:schemeClr>
          </a:solidFill>
          <a:ln w="95250" cap="sq"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hu-HU" noProof="0" dirty="0"/>
              <a:t>Szúrja be vagy húzza ide a képernyőtervet</a:t>
            </a:r>
          </a:p>
        </p:txBody>
      </p:sp>
    </p:spTree>
    <p:extLst>
      <p:ext uri="{BB962C8B-B14F-4D97-AF65-F5344CB8AC3E}">
        <p14:creationId xmlns:p14="http://schemas.microsoft.com/office/powerpoint/2010/main" val="37750748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listajel a jobb oldal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Élőláb helye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hu-HU" noProof="0" dirty="0"/>
          </a:p>
        </p:txBody>
      </p:sp>
      <p:sp>
        <p:nvSpPr>
          <p:cNvPr id="8" name="Dia számának helye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10" name="Tartalom helye 2">
            <a:extLst>
              <a:ext uri="{FF2B5EF4-FFF2-40B4-BE49-F238E27FC236}">
                <a16:creationId xmlns:a16="http://schemas.microsoft.com/office/drawing/2014/main" id="{48E3EAD4-15D7-432A-8B0A-DC2D111A2E5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26400" y="4114720"/>
            <a:ext cx="1620000" cy="990680"/>
          </a:xfrm>
        </p:spPr>
        <p:txBody>
          <a:bodyPr rtlCol="0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266700" indent="0">
              <a:buFont typeface="Arial" panose="020B0604020202020204" pitchFamily="34" charset="0"/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 marL="542925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 marL="809625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 marL="1076325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 rtl="0"/>
            <a:r>
              <a:rPr lang="hu-HU" noProof="0" dirty="0"/>
              <a:t>Listajel leírása</a:t>
            </a:r>
          </a:p>
        </p:txBody>
      </p:sp>
      <p:sp>
        <p:nvSpPr>
          <p:cNvPr id="12" name="Szöveg helye 11">
            <a:extLst>
              <a:ext uri="{FF2B5EF4-FFF2-40B4-BE49-F238E27FC236}">
                <a16:creationId xmlns:a16="http://schemas.microsoft.com/office/drawing/2014/main" id="{61C6E612-85D9-4ADF-89D8-C2A8144E16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26200" y="3637641"/>
            <a:ext cx="1620000" cy="288000"/>
          </a:xfrm>
        </p:spPr>
        <p:txBody>
          <a:bodyPr rtlCol="0"/>
          <a:lstStyle>
            <a:lvl1pPr marL="0" indent="0" algn="ctr">
              <a:buNone/>
              <a:defRPr sz="23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hu-HU" noProof="0" dirty="0"/>
              <a:t>Listajel címe</a:t>
            </a:r>
          </a:p>
        </p:txBody>
      </p:sp>
      <p:sp>
        <p:nvSpPr>
          <p:cNvPr id="13" name="Szöveg helye 13">
            <a:extLst>
              <a:ext uri="{FF2B5EF4-FFF2-40B4-BE49-F238E27FC236}">
                <a16:creationId xmlns:a16="http://schemas.microsoft.com/office/drawing/2014/main" id="{85BE1C74-5612-4143-A6A0-9ABB2C58E9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12022" y="3637641"/>
            <a:ext cx="1620000" cy="288000"/>
          </a:xfrm>
        </p:spPr>
        <p:txBody>
          <a:bodyPr rtlCol="0"/>
          <a:lstStyle>
            <a:lvl1pPr marL="0" indent="0" algn="ctr">
              <a:buNone/>
              <a:defRPr sz="23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hu-HU" noProof="0" dirty="0"/>
              <a:t>Listajel címe</a:t>
            </a:r>
          </a:p>
        </p:txBody>
      </p:sp>
      <p:sp>
        <p:nvSpPr>
          <p:cNvPr id="14" name="Szöveg helye 15">
            <a:extLst>
              <a:ext uri="{FF2B5EF4-FFF2-40B4-BE49-F238E27FC236}">
                <a16:creationId xmlns:a16="http://schemas.microsoft.com/office/drawing/2014/main" id="{80C5C49B-CF68-4827-B4F9-A6DC6C5581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12172" y="4114720"/>
            <a:ext cx="1620000" cy="990680"/>
          </a:xfrm>
        </p:spPr>
        <p:txBody>
          <a:bodyPr rtlCol="0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Listajel leírása</a:t>
            </a:r>
          </a:p>
        </p:txBody>
      </p:sp>
      <p:sp>
        <p:nvSpPr>
          <p:cNvPr id="15" name="Szöveg helye 17">
            <a:extLst>
              <a:ext uri="{FF2B5EF4-FFF2-40B4-BE49-F238E27FC236}">
                <a16:creationId xmlns:a16="http://schemas.microsoft.com/office/drawing/2014/main" id="{905B2A5F-2BE7-4B00-9E44-0DF572969F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197843" y="3637641"/>
            <a:ext cx="1620000" cy="288000"/>
          </a:xfrm>
        </p:spPr>
        <p:txBody>
          <a:bodyPr rtlCol="0"/>
          <a:lstStyle>
            <a:lvl1pPr marL="0" indent="0" algn="ctr">
              <a:buNone/>
              <a:defRPr sz="23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hu-HU" noProof="0" dirty="0"/>
              <a:t>Listajel címe</a:t>
            </a:r>
          </a:p>
        </p:txBody>
      </p:sp>
      <p:sp>
        <p:nvSpPr>
          <p:cNvPr id="16" name="Szöveg helye 19">
            <a:extLst>
              <a:ext uri="{FF2B5EF4-FFF2-40B4-BE49-F238E27FC236}">
                <a16:creationId xmlns:a16="http://schemas.microsoft.com/office/drawing/2014/main" id="{4F40F98E-725D-4417-9E38-1835C92B82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97943" y="4114720"/>
            <a:ext cx="1620000" cy="990680"/>
          </a:xfrm>
        </p:spPr>
        <p:txBody>
          <a:bodyPr rtlCol="0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Listajel leírása</a:t>
            </a:r>
          </a:p>
        </p:txBody>
      </p:sp>
      <p:sp>
        <p:nvSpPr>
          <p:cNvPr id="19" name="Cím 4">
            <a:extLst>
              <a:ext uri="{FF2B5EF4-FFF2-40B4-BE49-F238E27FC236}">
                <a16:creationId xmlns:a16="http://schemas.microsoft.com/office/drawing/2014/main" id="{13631600-0FE7-4D52-A153-A9EA33654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10578" y="2326579"/>
            <a:ext cx="6083250" cy="1646095"/>
          </a:xfrm>
          <a:gradFill>
            <a:gsLst>
              <a:gs pos="0">
                <a:schemeClr val="accent5"/>
              </a:gs>
              <a:gs pos="100000">
                <a:schemeClr val="accent4"/>
              </a:gs>
            </a:gsLst>
            <a:lin ang="7800000" scaled="0"/>
          </a:gradFill>
        </p:spPr>
        <p:txBody>
          <a:bodyPr vert="horz" lIns="0" tIns="0" rIns="0" bIns="0" rtlCol="0" anchor="ctr">
            <a:noAutofit/>
          </a:bodyPr>
          <a:lstStyle>
            <a:lvl1pPr algn="ctr">
              <a:defRPr lang="en-ZA" cap="all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21" name="Kép helyőrzője 4">
            <a:extLst>
              <a:ext uri="{FF2B5EF4-FFF2-40B4-BE49-F238E27FC236}">
                <a16:creationId xmlns:a16="http://schemas.microsoft.com/office/drawing/2014/main" id="{B58AA17C-4E0E-437C-AA5C-0F53016554C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754095" y="108000"/>
            <a:ext cx="4348305" cy="6083250"/>
          </a:xfrm>
          <a:solidFill>
            <a:schemeClr val="tx1">
              <a:lumMod val="75000"/>
              <a:lumOff val="25000"/>
            </a:schemeClr>
          </a:solidFill>
        </p:spPr>
        <p:txBody>
          <a:bodyPr rtlCol="0" anchor="ctr"/>
          <a:lstStyle>
            <a:lvl1pPr marL="0" indent="0" algn="ctr">
              <a:buNone/>
              <a:defRPr sz="1400" i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hu-HU" noProof="0" dirty="0"/>
              <a:t>Szúrja be vagy húzza ide a fényképét</a:t>
            </a:r>
          </a:p>
        </p:txBody>
      </p:sp>
      <p:sp>
        <p:nvSpPr>
          <p:cNvPr id="27" name="Kép helyőrzője 5">
            <a:extLst>
              <a:ext uri="{FF2B5EF4-FFF2-40B4-BE49-F238E27FC236}">
                <a16:creationId xmlns:a16="http://schemas.microsoft.com/office/drawing/2014/main" id="{3F79E94D-F87A-284D-9D94-D287C58CA14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925304" y="2589842"/>
            <a:ext cx="621792" cy="621792"/>
          </a:xfrm>
        </p:spPr>
        <p:txBody>
          <a:bodyPr rtlCol="0" anchor="ctr"/>
          <a:lstStyle>
            <a:lvl1pPr marL="0" indent="0" algn="ctr">
              <a:buFont typeface="Arial" panose="020B0604020202020204" pitchFamily="34" charset="0"/>
              <a:buNone/>
              <a:defRPr sz="11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hu-HU" noProof="0" dirty="0"/>
              <a:t>Ikon beszúrása</a:t>
            </a:r>
          </a:p>
        </p:txBody>
      </p:sp>
      <p:sp>
        <p:nvSpPr>
          <p:cNvPr id="28" name="Kép helyőrzője 29">
            <a:extLst>
              <a:ext uri="{FF2B5EF4-FFF2-40B4-BE49-F238E27FC236}">
                <a16:creationId xmlns:a16="http://schemas.microsoft.com/office/drawing/2014/main" id="{8561E154-ABC6-5F40-A529-C22D0B36156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811126" y="2589842"/>
            <a:ext cx="621792" cy="621792"/>
          </a:xfrm>
        </p:spPr>
        <p:txBody>
          <a:bodyPr rtlCol="0" anchor="ctr"/>
          <a:lstStyle>
            <a:lvl1pPr marL="0" indent="0" algn="ctr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hu-HU" noProof="0" dirty="0"/>
              <a:t>Ikon beszúrása</a:t>
            </a:r>
          </a:p>
        </p:txBody>
      </p:sp>
      <p:sp>
        <p:nvSpPr>
          <p:cNvPr id="29" name="Kép helyőrzője 31">
            <a:extLst>
              <a:ext uri="{FF2B5EF4-FFF2-40B4-BE49-F238E27FC236}">
                <a16:creationId xmlns:a16="http://schemas.microsoft.com/office/drawing/2014/main" id="{DEF0E16E-6E58-B141-88A3-C4271032CC8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0696947" y="2589842"/>
            <a:ext cx="621792" cy="621792"/>
          </a:xfrm>
        </p:spPr>
        <p:txBody>
          <a:bodyPr rtlCol="0" anchor="ctr"/>
          <a:lstStyle>
            <a:lvl1pPr marL="0" indent="0" algn="ctr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hu-HU" noProof="0" dirty="0"/>
              <a:t>Ikon beszúrása</a:t>
            </a:r>
          </a:p>
        </p:txBody>
      </p: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F433BD65-76FA-4699-AB42-310BFFF3C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8179111" y="2090738"/>
            <a:ext cx="0" cy="3014662"/>
          </a:xfrm>
          <a:prstGeom prst="line">
            <a:avLst/>
          </a:prstGeom>
          <a:ln>
            <a:solidFill>
              <a:srgbClr val="DFAA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35266935-E58D-4E6D-B2F5-9DF63E9290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0064933" y="2090738"/>
            <a:ext cx="0" cy="3014662"/>
          </a:xfrm>
          <a:prstGeom prst="line">
            <a:avLst/>
          </a:prstGeom>
          <a:ln>
            <a:solidFill>
              <a:srgbClr val="DFAA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6479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Összehasonlító ikon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18615" y="1467757"/>
            <a:ext cx="1082607" cy="1027122"/>
          </a:xfrm>
          <a:prstGeom prst="decagon">
            <a:avLst/>
          </a:prstGeom>
          <a:solidFill>
            <a:schemeClr val="accent1"/>
          </a:solidFill>
        </p:spPr>
        <p:txBody>
          <a:bodyPr rtlCol="0" anchor="ctr"/>
          <a:lstStyle>
            <a:lvl1pPr marL="0" indent="0" algn="ctr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 dirty="0"/>
              <a:t>1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8615" y="2666635"/>
            <a:ext cx="4111195" cy="230241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10" name="Élőláb helye 9">
            <a:extLst>
              <a:ext uri="{FF2B5EF4-FFF2-40B4-BE49-F238E27FC236}">
                <a16:creationId xmlns:a16="http://schemas.microsoft.com/office/drawing/2014/main" id="{9337FD81-6DFD-43B7-A7D9-59E45ECDF3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hu-HU" noProof="0" dirty="0"/>
          </a:p>
        </p:txBody>
      </p:sp>
      <p:sp>
        <p:nvSpPr>
          <p:cNvPr id="11" name="Dia számának helye 10">
            <a:extLst>
              <a:ext uri="{FF2B5EF4-FFF2-40B4-BE49-F238E27FC236}">
                <a16:creationId xmlns:a16="http://schemas.microsoft.com/office/drawing/2014/main" id="{F17B7460-0559-435A-9C2F-1B12BC6CE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60706" y="2666960"/>
            <a:ext cx="4111279" cy="2301875"/>
          </a:xfrm>
        </p:spPr>
        <p:txBody>
          <a:bodyPr rtlCol="0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12" name="Szöveg helye 11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60706" y="1469417"/>
            <a:ext cx="1082607" cy="1023627"/>
          </a:xfrm>
          <a:prstGeom prst="decagon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rtlCol="0" anchor="ctr"/>
          <a:lstStyle>
            <a:lvl1pPr marL="0" indent="0" algn="ctr">
              <a:buNone/>
              <a:defRPr sz="3600" b="1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2</a:t>
            </a:r>
          </a:p>
        </p:txBody>
      </p:sp>
      <p:sp>
        <p:nvSpPr>
          <p:cNvPr id="6" name="Kép helyőrzője 5">
            <a:extLst>
              <a:ext uri="{FF2B5EF4-FFF2-40B4-BE49-F238E27FC236}">
                <a16:creationId xmlns:a16="http://schemas.microsoft.com/office/drawing/2014/main" id="{58B05509-33BA-435B-8F65-9A195068AE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5411" y="1468438"/>
            <a:ext cx="1023938" cy="1022350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hu-HU" noProof="0" dirty="0"/>
              <a:t>Ikon</a:t>
            </a:r>
          </a:p>
        </p:txBody>
      </p:sp>
      <p:sp>
        <p:nvSpPr>
          <p:cNvPr id="13" name="Kép helyőrzője 5">
            <a:extLst>
              <a:ext uri="{FF2B5EF4-FFF2-40B4-BE49-F238E27FC236}">
                <a16:creationId xmlns:a16="http://schemas.microsoft.com/office/drawing/2014/main" id="{D9B95EA3-5DD4-430E-9A14-86FD28CB521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36768" y="1468438"/>
            <a:ext cx="1023938" cy="1022350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hu-HU" noProof="0" dirty="0"/>
              <a:t>Ikon</a:t>
            </a:r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FE4858EE-D2E3-4944-8356-8E309A985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154997" y="2666635"/>
            <a:ext cx="0" cy="2232602"/>
          </a:xfrm>
          <a:prstGeom prst="line">
            <a:avLst/>
          </a:prstGeom>
          <a:ln>
            <a:solidFill>
              <a:srgbClr val="DFAA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0986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aci lehetősé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hu-HU" noProof="0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5" name="Szöveg helye 3">
            <a:extLst>
              <a:ext uri="{FF2B5EF4-FFF2-40B4-BE49-F238E27FC236}">
                <a16:creationId xmlns:a16="http://schemas.microsoft.com/office/drawing/2014/main" id="{ABA04ABC-15A3-4748-A1A6-6849B933FB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0706" y="1379786"/>
            <a:ext cx="4348065" cy="4348065"/>
          </a:xfrm>
          <a:prstGeom prst="octagon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hu-HU" noProof="0" dirty="0"/>
              <a:t>Szakaszfejléc</a:t>
            </a:r>
          </a:p>
        </p:txBody>
      </p:sp>
      <p:sp>
        <p:nvSpPr>
          <p:cNvPr id="8" name="Szöveg helye 9">
            <a:extLst>
              <a:ext uri="{FF2B5EF4-FFF2-40B4-BE49-F238E27FC236}">
                <a16:creationId xmlns:a16="http://schemas.microsoft.com/office/drawing/2014/main" id="{87739F32-28DE-4715-9505-ACC60733824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39330" y="1554523"/>
            <a:ext cx="3998591" cy="3998591"/>
          </a:xfrm>
          <a:prstGeom prst="decagon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ZA" sz="1800" dirty="0">
                <a:solidFill>
                  <a:schemeClr val="tx1"/>
                </a:solidFill>
              </a:defRPr>
            </a:lvl1pPr>
          </a:lstStyle>
          <a:p>
            <a:pPr marL="266700" lvl="0" indent="-266700" algn="ctr" rtl="0"/>
            <a:r>
              <a:rPr lang="hu-HU" noProof="0" dirty="0"/>
              <a:t>Szakaszfejléc</a:t>
            </a:r>
          </a:p>
        </p:txBody>
      </p:sp>
      <p:sp>
        <p:nvSpPr>
          <p:cNvPr id="9" name="Szöveg helye 9">
            <a:extLst>
              <a:ext uri="{FF2B5EF4-FFF2-40B4-BE49-F238E27FC236}">
                <a16:creationId xmlns:a16="http://schemas.microsoft.com/office/drawing/2014/main" id="{B1E535C8-6C65-455F-8301-E535F6CD0F8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38481" y="1993699"/>
            <a:ext cx="3120238" cy="3120238"/>
          </a:xfrm>
          <a:prstGeom prst="ellipse">
            <a:avLst/>
          </a:prstGeom>
          <a:solidFill>
            <a:schemeClr val="accent4">
              <a:alpha val="60000"/>
            </a:schemeClr>
          </a:solid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ZA" sz="1800" dirty="0">
                <a:solidFill>
                  <a:schemeClr val="tx1"/>
                </a:solidFill>
              </a:defRPr>
            </a:lvl1pPr>
          </a:lstStyle>
          <a:p>
            <a:pPr marL="266700" lvl="0" indent="-266700" algn="ctr" rtl="0"/>
            <a:r>
              <a:rPr lang="hu-HU" noProof="0" dirty="0"/>
              <a:t>Szakaszfejléc</a:t>
            </a:r>
          </a:p>
        </p:txBody>
      </p:sp>
      <p:sp>
        <p:nvSpPr>
          <p:cNvPr id="10" name="Szöveg helye 3">
            <a:extLst>
              <a:ext uri="{FF2B5EF4-FFF2-40B4-BE49-F238E27FC236}">
                <a16:creationId xmlns:a16="http://schemas.microsoft.com/office/drawing/2014/main" id="{E6677C16-9B83-4AD8-A790-C32F8EF4A3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58929" y="1992324"/>
            <a:ext cx="2811618" cy="1440000"/>
          </a:xfrm>
          <a:prstGeom prst="rect">
            <a:avLst/>
          </a:prstGeom>
          <a:noFill/>
          <a:ln>
            <a:noFill/>
          </a:ln>
        </p:spPr>
        <p:txBody>
          <a:bodyPr rtlCol="0" anchor="b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6600">
                <a:solidFill>
                  <a:schemeClr val="tx1"/>
                </a:solidFill>
                <a:latin typeface="+mj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hu-HU" noProof="0" dirty="0"/>
              <a:t>1</a:t>
            </a:r>
          </a:p>
        </p:txBody>
      </p:sp>
      <p:sp>
        <p:nvSpPr>
          <p:cNvPr id="11" name="Szöveg helye 9">
            <a:extLst>
              <a:ext uri="{FF2B5EF4-FFF2-40B4-BE49-F238E27FC236}">
                <a16:creationId xmlns:a16="http://schemas.microsoft.com/office/drawing/2014/main" id="{5D7A7B95-CA51-45F4-B99D-B864CB3718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32816" y="1992324"/>
            <a:ext cx="2811618" cy="144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66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66700" lvl="0" indent="-266700" algn="ctr" rtl="0"/>
            <a:r>
              <a:rPr lang="hu-HU" noProof="0" dirty="0"/>
              <a:t>2</a:t>
            </a:r>
          </a:p>
        </p:txBody>
      </p:sp>
      <p:sp>
        <p:nvSpPr>
          <p:cNvPr id="12" name="Szöveg helye 9">
            <a:extLst>
              <a:ext uri="{FF2B5EF4-FFF2-40B4-BE49-F238E27FC236}">
                <a16:creationId xmlns:a16="http://schemas.microsoft.com/office/drawing/2014/main" id="{28096F6D-739C-4821-A308-43A39B242C2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547101" y="1992324"/>
            <a:ext cx="2597043" cy="144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6600" dirty="0">
                <a:solidFill>
                  <a:schemeClr val="tx1"/>
                </a:solidFill>
                <a:latin typeface="+mj-lt"/>
              </a:defRPr>
            </a:lvl1pPr>
          </a:lstStyle>
          <a:p>
            <a:pPr marL="266700" lvl="0" indent="-266700" algn="ctr" rtl="0"/>
            <a:r>
              <a:rPr lang="hu-HU" noProof="0" dirty="0"/>
              <a:t>3</a:t>
            </a:r>
          </a:p>
        </p:txBody>
      </p:sp>
      <p:sp>
        <p:nvSpPr>
          <p:cNvPr id="13" name="Tartalom helye 3">
            <a:extLst>
              <a:ext uri="{FF2B5EF4-FFF2-40B4-BE49-F238E27FC236}">
                <a16:creationId xmlns:a16="http://schemas.microsoft.com/office/drawing/2014/main" id="{80784B8F-C398-4ADB-BABC-B32AF5737B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074738" y="4029969"/>
            <a:ext cx="1980000" cy="720000"/>
          </a:xfrm>
          <a:ln>
            <a:noFill/>
          </a:ln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Szakaszleírás</a:t>
            </a:r>
          </a:p>
        </p:txBody>
      </p:sp>
      <p:sp>
        <p:nvSpPr>
          <p:cNvPr id="14" name="Szöveg helye 5">
            <a:extLst>
              <a:ext uri="{FF2B5EF4-FFF2-40B4-BE49-F238E27FC236}">
                <a16:creationId xmlns:a16="http://schemas.microsoft.com/office/drawing/2014/main" id="{093BA793-88F0-4EAB-B659-DFEAA89AF5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48625" y="4029969"/>
            <a:ext cx="1980000" cy="720000"/>
          </a:xfrm>
          <a:ln>
            <a:noFill/>
          </a:ln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Szakaszleírás</a:t>
            </a:r>
          </a:p>
        </p:txBody>
      </p:sp>
      <p:sp>
        <p:nvSpPr>
          <p:cNvPr id="15" name="Szöveg helye 9">
            <a:extLst>
              <a:ext uri="{FF2B5EF4-FFF2-40B4-BE49-F238E27FC236}">
                <a16:creationId xmlns:a16="http://schemas.microsoft.com/office/drawing/2014/main" id="{0EA13DBD-6DDE-44C3-8FCD-1AFEEBCDB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08600" y="4029969"/>
            <a:ext cx="1980000" cy="720000"/>
          </a:xfrm>
          <a:ln>
            <a:noFill/>
          </a:ln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Szakaszleírás</a:t>
            </a:r>
          </a:p>
        </p:txBody>
      </p:sp>
      <p:sp>
        <p:nvSpPr>
          <p:cNvPr id="16" name="Szöveg helye 5">
            <a:extLst>
              <a:ext uri="{FF2B5EF4-FFF2-40B4-BE49-F238E27FC236}">
                <a16:creationId xmlns:a16="http://schemas.microsoft.com/office/drawing/2014/main" id="{80BFD98B-BBFC-4DCD-9634-51B0224874C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hu-HU" noProof="0" dirty="0"/>
              <a:t>Alcím</a:t>
            </a:r>
          </a:p>
        </p:txBody>
      </p:sp>
      <p:sp>
        <p:nvSpPr>
          <p:cNvPr id="17" name="Egyenlő szárú háromszög 16" descr="Díszítő háromszög">
            <a:extLst>
              <a:ext uri="{FF2B5EF4-FFF2-40B4-BE49-F238E27FC236}">
                <a16:creationId xmlns:a16="http://schemas.microsoft.com/office/drawing/2014/main" id="{554CFF06-D3FB-4428-8388-94C47717BADA}"/>
              </a:ext>
            </a:extLst>
          </p:cNvPr>
          <p:cNvSpPr/>
          <p:nvPr userDrawn="1"/>
        </p:nvSpPr>
        <p:spPr>
          <a:xfrm rot="10800000">
            <a:off x="9078735" y="1554524"/>
            <a:ext cx="1396065" cy="948493"/>
          </a:xfrm>
          <a:prstGeom prst="triangle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8" name="Egyenlő szárú háromszög 17" descr="Díszítő háromszög">
            <a:extLst>
              <a:ext uri="{FF2B5EF4-FFF2-40B4-BE49-F238E27FC236}">
                <a16:creationId xmlns:a16="http://schemas.microsoft.com/office/drawing/2014/main" id="{31AC1D4A-7DB3-4D83-89C2-16E680FFCA92}"/>
              </a:ext>
            </a:extLst>
          </p:cNvPr>
          <p:cNvSpPr/>
          <p:nvPr userDrawn="1"/>
        </p:nvSpPr>
        <p:spPr>
          <a:xfrm>
            <a:off x="9503896" y="5182335"/>
            <a:ext cx="545742" cy="370779"/>
          </a:xfrm>
          <a:prstGeom prst="triangle">
            <a:avLst/>
          </a:pr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24057893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senytárs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98238081-ACA8-444B-827D-A9FB57FEAD9B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95875"/>
            <a:ext cx="0" cy="441512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DDDFE2BB-EBBF-4A8F-8E01-A85443D03FBE}"/>
              </a:ext>
            </a:extLst>
          </p:cNvPr>
          <p:cNvCxnSpPr>
            <a:cxnSpLocks/>
          </p:cNvCxnSpPr>
          <p:nvPr userDrawn="1"/>
        </p:nvCxnSpPr>
        <p:spPr>
          <a:xfrm flipH="1">
            <a:off x="432000" y="3452634"/>
            <a:ext cx="1134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ím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hu-HU" noProof="0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19" name="Szöveg helye 5">
            <a:extLst>
              <a:ext uri="{FF2B5EF4-FFF2-40B4-BE49-F238E27FC236}">
                <a16:creationId xmlns:a16="http://schemas.microsoft.com/office/drawing/2014/main" id="{C2C8A65D-5CCB-4B95-86C5-5840C530EC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12000" y="951013"/>
            <a:ext cx="1980000" cy="252000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hu-HU" noProof="0" dirty="0"/>
              <a:t>Negyedrész címe</a:t>
            </a:r>
          </a:p>
        </p:txBody>
      </p:sp>
      <p:sp>
        <p:nvSpPr>
          <p:cNvPr id="20" name="Szöveg helye 5">
            <a:extLst>
              <a:ext uri="{FF2B5EF4-FFF2-40B4-BE49-F238E27FC236}">
                <a16:creationId xmlns:a16="http://schemas.microsoft.com/office/drawing/2014/main" id="{B04B83CF-4695-4328-B8E1-1F386DDC97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6000" y="5803856"/>
            <a:ext cx="1980000" cy="252000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hu-HU" noProof="0" dirty="0"/>
              <a:t>Negyedrész címe</a:t>
            </a:r>
          </a:p>
        </p:txBody>
      </p:sp>
      <p:sp>
        <p:nvSpPr>
          <p:cNvPr id="21" name="Szöveg helye 5">
            <a:extLst>
              <a:ext uri="{FF2B5EF4-FFF2-40B4-BE49-F238E27FC236}">
                <a16:creationId xmlns:a16="http://schemas.microsoft.com/office/drawing/2014/main" id="{88E640C8-1161-4544-B8FB-31A62C99E9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3209593"/>
            <a:ext cx="1980000" cy="252000"/>
          </a:xfrm>
        </p:spPr>
        <p:txBody>
          <a:bodyPr rtlCol="0"/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hu-HU" noProof="0" dirty="0"/>
              <a:t>Negyedrész címe</a:t>
            </a:r>
          </a:p>
        </p:txBody>
      </p:sp>
      <p:sp>
        <p:nvSpPr>
          <p:cNvPr id="22" name="Szöveg helye 5">
            <a:extLst>
              <a:ext uri="{FF2B5EF4-FFF2-40B4-BE49-F238E27FC236}">
                <a16:creationId xmlns:a16="http://schemas.microsoft.com/office/drawing/2014/main" id="{112AB135-638C-4F81-B952-2291FAC2B8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92001" y="3209593"/>
            <a:ext cx="1980000" cy="252000"/>
          </a:xfrm>
        </p:spPr>
        <p:txBody>
          <a:bodyPr rtlCol="0"/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hu-HU" noProof="0" dirty="0"/>
              <a:t>Negyedrész címe</a:t>
            </a:r>
          </a:p>
        </p:txBody>
      </p:sp>
    </p:spTree>
    <p:extLst>
      <p:ext uri="{BB962C8B-B14F-4D97-AF65-F5344CB8AC3E}">
        <p14:creationId xmlns:p14="http://schemas.microsoft.com/office/powerpoint/2010/main" val="17540659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ét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Ötszög 10" descr="Díszítő ötszög">
            <a:extLst>
              <a:ext uri="{FF2B5EF4-FFF2-40B4-BE49-F238E27FC236}">
                <a16:creationId xmlns:a16="http://schemas.microsoft.com/office/drawing/2014/main" id="{D5B999F8-A985-4FB9-A69D-5531CFAD213B}"/>
              </a:ext>
            </a:extLst>
          </p:cNvPr>
          <p:cNvSpPr/>
          <p:nvPr userDrawn="1"/>
        </p:nvSpPr>
        <p:spPr>
          <a:xfrm rot="20343812">
            <a:off x="4203000" y="4958316"/>
            <a:ext cx="1756955" cy="1673292"/>
          </a:xfrm>
          <a:prstGeom prst="pentagon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2" name="Ötszög 11" descr="Díszítő ötszög">
            <a:extLst>
              <a:ext uri="{FF2B5EF4-FFF2-40B4-BE49-F238E27FC236}">
                <a16:creationId xmlns:a16="http://schemas.microsoft.com/office/drawing/2014/main" id="{6DDA70A0-B819-4630-909F-9C748D6703E9}"/>
              </a:ext>
            </a:extLst>
          </p:cNvPr>
          <p:cNvSpPr/>
          <p:nvPr userDrawn="1"/>
        </p:nvSpPr>
        <p:spPr>
          <a:xfrm rot="9580640">
            <a:off x="5319672" y="4767992"/>
            <a:ext cx="1189880" cy="1133219"/>
          </a:xfrm>
          <a:prstGeom prst="pentagon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3" name="Ötszög 12" descr="Díszítő ötszög">
            <a:extLst>
              <a:ext uri="{FF2B5EF4-FFF2-40B4-BE49-F238E27FC236}">
                <a16:creationId xmlns:a16="http://schemas.microsoft.com/office/drawing/2014/main" id="{0E46B6BF-40F0-4856-A4E9-5C1EEFB0AD19}"/>
              </a:ext>
            </a:extLst>
          </p:cNvPr>
          <p:cNvSpPr/>
          <p:nvPr userDrawn="1"/>
        </p:nvSpPr>
        <p:spPr>
          <a:xfrm rot="14352768">
            <a:off x="10166922" y="839584"/>
            <a:ext cx="757111" cy="721058"/>
          </a:xfrm>
          <a:prstGeom prst="pentagon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4" name="Ötszög 13" descr="Díszítő ötszög">
            <a:extLst>
              <a:ext uri="{FF2B5EF4-FFF2-40B4-BE49-F238E27FC236}">
                <a16:creationId xmlns:a16="http://schemas.microsoft.com/office/drawing/2014/main" id="{75FEDF0A-8B15-456B-93B9-4B380459888A}"/>
              </a:ext>
            </a:extLst>
          </p:cNvPr>
          <p:cNvSpPr/>
          <p:nvPr userDrawn="1"/>
        </p:nvSpPr>
        <p:spPr>
          <a:xfrm rot="6795563">
            <a:off x="10691432" y="717562"/>
            <a:ext cx="406272" cy="386926"/>
          </a:xfrm>
          <a:prstGeom prst="pentagon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5" name="Ötszög 14" descr="Díszítő ötszög">
            <a:extLst>
              <a:ext uri="{FF2B5EF4-FFF2-40B4-BE49-F238E27FC236}">
                <a16:creationId xmlns:a16="http://schemas.microsoft.com/office/drawing/2014/main" id="{87E32DA8-B617-4F4D-AF32-FE86DC1E1ECF}"/>
              </a:ext>
            </a:extLst>
          </p:cNvPr>
          <p:cNvSpPr/>
          <p:nvPr userDrawn="1"/>
        </p:nvSpPr>
        <p:spPr>
          <a:xfrm rot="6795563">
            <a:off x="11499862" y="319403"/>
            <a:ext cx="139300" cy="132667"/>
          </a:xfrm>
          <a:prstGeom prst="pentagon">
            <a:avLst/>
          </a:prstGeom>
          <a:solidFill>
            <a:srgbClr val="9F759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hu-HU" noProof="0" dirty="0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7" name="Tartalom helye 2">
            <a:extLst>
              <a:ext uri="{FF2B5EF4-FFF2-40B4-BE49-F238E27FC236}">
                <a16:creationId xmlns:a16="http://schemas.microsoft.com/office/drawing/2014/main" id="{5C127A20-FC87-4D7E-B02E-428168B1E9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138239"/>
            <a:ext cx="5587800" cy="4800650"/>
          </a:xfrm>
        </p:spPr>
        <p:txBody>
          <a:bodyPr rtlCol="0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10" name="Tartalom helye 3">
            <a:extLst>
              <a:ext uri="{FF2B5EF4-FFF2-40B4-BE49-F238E27FC236}">
                <a16:creationId xmlns:a16="http://schemas.microsoft.com/office/drawing/2014/main" id="{FCB4AD02-110E-4AB3-A9C3-0DF162DC4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138238"/>
            <a:ext cx="5587799" cy="4800650"/>
          </a:xfrm>
        </p:spPr>
        <p:txBody>
          <a:bodyPr rtlCol="0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oszl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152000"/>
            <a:ext cx="3600000" cy="503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7" name="Élőláb helye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hu-HU" noProof="0" dirty="0"/>
          </a:p>
        </p:txBody>
      </p:sp>
      <p:sp>
        <p:nvSpPr>
          <p:cNvPr id="8" name="Dia számának helye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152000"/>
            <a:ext cx="3600450" cy="5038725"/>
          </a:xfrm>
        </p:spPr>
        <p:txBody>
          <a:bodyPr rtlCol="0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152000"/>
            <a:ext cx="3600450" cy="5038725"/>
          </a:xfrm>
        </p:spPr>
        <p:txBody>
          <a:bodyPr rtlCol="0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oszlop bekeretez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artalom helye 2">
            <a:extLst>
              <a:ext uri="{FF2B5EF4-FFF2-40B4-BE49-F238E27FC236}">
                <a16:creationId xmlns:a16="http://schemas.microsoft.com/office/drawing/2014/main" id="{FF5B2679-5029-4692-A1C7-099E7A58362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2000" y="2448000"/>
            <a:ext cx="3600000" cy="3631338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136800" tIns="252000" rIns="136800" rtlCol="0"/>
          <a:lstStyle>
            <a:lvl1pPr marL="266700" indent="-26670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/>
            </a:lvl1pPr>
            <a:lvl2pPr>
              <a:buClr>
                <a:schemeClr val="tx1">
                  <a:lumMod val="75000"/>
                  <a:lumOff val="25000"/>
                </a:schemeClr>
              </a:buClr>
              <a:defRPr/>
            </a:lvl2pPr>
            <a:lvl3pPr>
              <a:buClr>
                <a:schemeClr val="tx1">
                  <a:lumMod val="75000"/>
                  <a:lumOff val="25000"/>
                </a:schemeClr>
              </a:buClr>
              <a:defRPr/>
            </a:lvl3pPr>
            <a:lvl4pPr>
              <a:buClr>
                <a:schemeClr val="tx1">
                  <a:lumMod val="75000"/>
                  <a:lumOff val="25000"/>
                </a:schemeClr>
              </a:buClr>
              <a:defRPr/>
            </a:lvl4pPr>
            <a:lvl5pPr>
              <a:buClr>
                <a:schemeClr val="tx1">
                  <a:lumMod val="75000"/>
                  <a:lumOff val="25000"/>
                </a:schemeClr>
              </a:buClr>
              <a:defRPr/>
            </a:lvl5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11" name="Tartalom helye 2">
            <a:extLst>
              <a:ext uri="{FF2B5EF4-FFF2-40B4-BE49-F238E27FC236}">
                <a16:creationId xmlns:a16="http://schemas.microsoft.com/office/drawing/2014/main" id="{1B5AA133-C824-4B4A-96F4-D48A58E222D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302000" y="2448000"/>
            <a:ext cx="3600000" cy="3631338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136800" tIns="252000" rIns="136800" rtlCol="0"/>
          <a:lstStyle>
            <a:lvl1pPr marL="266700" indent="-26670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/>
            </a:lvl1pPr>
            <a:lvl2pPr>
              <a:buClr>
                <a:schemeClr val="tx1">
                  <a:lumMod val="75000"/>
                  <a:lumOff val="25000"/>
                </a:schemeClr>
              </a:buClr>
              <a:defRPr/>
            </a:lvl2pPr>
            <a:lvl3pPr>
              <a:buClr>
                <a:schemeClr val="tx1">
                  <a:lumMod val="75000"/>
                  <a:lumOff val="25000"/>
                </a:schemeClr>
              </a:buClr>
              <a:defRPr/>
            </a:lvl3pPr>
            <a:lvl4pPr>
              <a:buClr>
                <a:schemeClr val="tx1">
                  <a:lumMod val="75000"/>
                  <a:lumOff val="25000"/>
                </a:schemeClr>
              </a:buClr>
              <a:defRPr/>
            </a:lvl4pPr>
            <a:lvl5pPr>
              <a:buClr>
                <a:schemeClr val="tx1">
                  <a:lumMod val="75000"/>
                  <a:lumOff val="25000"/>
                </a:schemeClr>
              </a:buClr>
              <a:defRPr/>
            </a:lvl5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12" name="Tartalom helye 2">
            <a:extLst>
              <a:ext uri="{FF2B5EF4-FFF2-40B4-BE49-F238E27FC236}">
                <a16:creationId xmlns:a16="http://schemas.microsoft.com/office/drawing/2014/main" id="{388A40C4-1887-4DBA-90FF-4CF89932DA5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72000" y="2448000"/>
            <a:ext cx="3600000" cy="3631338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136800" tIns="252000" rIns="136800" rtlCol="0"/>
          <a:lstStyle>
            <a:lvl1pPr marL="266700" indent="-26670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/>
            </a:lvl1pPr>
            <a:lvl2pPr>
              <a:buClr>
                <a:schemeClr val="tx1">
                  <a:lumMod val="75000"/>
                  <a:lumOff val="25000"/>
                </a:schemeClr>
              </a:buClr>
              <a:defRPr/>
            </a:lvl2pPr>
            <a:lvl3pPr>
              <a:buClr>
                <a:schemeClr val="tx1">
                  <a:lumMod val="75000"/>
                  <a:lumOff val="25000"/>
                </a:schemeClr>
              </a:buClr>
              <a:defRPr/>
            </a:lvl3pPr>
            <a:lvl4pPr>
              <a:buClr>
                <a:schemeClr val="tx1">
                  <a:lumMod val="75000"/>
                  <a:lumOff val="25000"/>
                </a:schemeClr>
              </a:buClr>
              <a:defRPr/>
            </a:lvl4pPr>
            <a:lvl5pPr>
              <a:buClr>
                <a:schemeClr val="tx1">
                  <a:lumMod val="75000"/>
                  <a:lumOff val="25000"/>
                </a:schemeClr>
              </a:buClr>
              <a:defRPr/>
            </a:lvl5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8A85E10-5A18-4C86-8310-FA9CF8DF8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/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E06229A-0702-4CD6-B5F1-0DC746CC4F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728000"/>
            <a:ext cx="3600000" cy="720000"/>
          </a:xfrm>
          <a:gradFill>
            <a:gsLst>
              <a:gs pos="0">
                <a:schemeClr val="accent5"/>
              </a:gs>
              <a:gs pos="100000">
                <a:schemeClr val="accent4"/>
              </a:gs>
            </a:gsLst>
            <a:lin ang="15600000" scaled="0"/>
          </a:gradFill>
          <a:ln w="28575">
            <a:noFill/>
          </a:ln>
        </p:spPr>
        <p:txBody>
          <a:bodyPr lIns="108000" tIns="36000" rIns="108000" bIns="36000" rtlCol="0" anchor="ctr"/>
          <a:lstStyle>
            <a:lvl1pPr marL="0" indent="0" algn="ctr"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hu-HU" noProof="0" dirty="0"/>
              <a:t>1. szakasz címe</a:t>
            </a:r>
          </a:p>
        </p:txBody>
      </p:sp>
      <p:sp>
        <p:nvSpPr>
          <p:cNvPr id="7" name="Élőláb helye 6">
            <a:extLst>
              <a:ext uri="{FF2B5EF4-FFF2-40B4-BE49-F238E27FC236}">
                <a16:creationId xmlns:a16="http://schemas.microsoft.com/office/drawing/2014/main" id="{D2E533DB-3399-4A25-BB80-899E9CC78D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8" name="Dia számának helye 7">
            <a:extLst>
              <a:ext uri="{FF2B5EF4-FFF2-40B4-BE49-F238E27FC236}">
                <a16:creationId xmlns:a16="http://schemas.microsoft.com/office/drawing/2014/main" id="{19A57786-309B-4137-8B30-4011FC0D4F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B73C415-D670-4716-A5EC-CC4D52CA2BAC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43CF4B74-3202-48D6-B573-AA3882B039F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02000" y="1728000"/>
            <a:ext cx="3600000" cy="720000"/>
          </a:xfr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15600000" scaled="0"/>
          </a:gradFill>
          <a:ln w="28575">
            <a:noFill/>
          </a:ln>
        </p:spPr>
        <p:txBody>
          <a:bodyPr lIns="108000" tIns="36000" rIns="108000" bIns="36000" rtlCol="0" anchor="ctr"/>
          <a:lstStyle>
            <a:lvl1pPr marL="0" indent="0" algn="ctr"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hu-HU" noProof="0" dirty="0"/>
              <a:t>2. szakasz címe</a:t>
            </a:r>
          </a:p>
        </p:txBody>
      </p:sp>
      <p:sp>
        <p:nvSpPr>
          <p:cNvPr id="9" name="Tartalom helye 2">
            <a:extLst>
              <a:ext uri="{FF2B5EF4-FFF2-40B4-BE49-F238E27FC236}">
                <a16:creationId xmlns:a16="http://schemas.microsoft.com/office/drawing/2014/main" id="{0BA6D519-EE14-4D3E-B15F-70C4423A398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172000" y="1728000"/>
            <a:ext cx="3600000" cy="720000"/>
          </a:xfr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15600000" scaled="0"/>
          </a:gradFill>
          <a:ln w="28575">
            <a:noFill/>
          </a:ln>
        </p:spPr>
        <p:txBody>
          <a:bodyPr lIns="108000" tIns="36000" rIns="108000" bIns="36000" rtlCol="0" anchor="ctr"/>
          <a:lstStyle>
            <a:lvl1pPr marL="0" indent="0" algn="ctr"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hu-HU" noProof="0" dirty="0"/>
              <a:t>3. szakasz címe</a:t>
            </a:r>
          </a:p>
        </p:txBody>
      </p:sp>
      <p:sp>
        <p:nvSpPr>
          <p:cNvPr id="13" name="Szöveg helye 5">
            <a:extLst>
              <a:ext uri="{FF2B5EF4-FFF2-40B4-BE49-F238E27FC236}">
                <a16:creationId xmlns:a16="http://schemas.microsoft.com/office/drawing/2014/main" id="{4DA29CFB-3C73-4618-B2D9-70E396D1EB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hu-HU" noProof="0" dirty="0"/>
              <a:t>Alcím</a:t>
            </a:r>
          </a:p>
        </p:txBody>
      </p:sp>
    </p:spTree>
    <p:extLst>
      <p:ext uri="{BB962C8B-B14F-4D97-AF65-F5344CB8AC3E}">
        <p14:creationId xmlns:p14="http://schemas.microsoft.com/office/powerpoint/2010/main" val="23636413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temterv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EF5211B-014A-4E6E-98C7-FDAF78553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356FC21-A32D-44DC-BED7-08CEBB3B90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C0C6D2B-0FF5-4A5F-A062-480FFA6DA0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B73C415-D670-4716-A5EC-CC4D52CA2BAC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5" name="Szöveg helye 5">
            <a:extLst>
              <a:ext uri="{FF2B5EF4-FFF2-40B4-BE49-F238E27FC236}">
                <a16:creationId xmlns:a16="http://schemas.microsoft.com/office/drawing/2014/main" id="{91612B32-057C-422E-8B4A-7B464DE04A7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hu-HU" noProof="0" dirty="0"/>
              <a:t>Alcím</a:t>
            </a:r>
          </a:p>
        </p:txBody>
      </p:sp>
      <p:cxnSp>
        <p:nvCxnSpPr>
          <p:cNvPr id="8" name="Egyenes összekötő nyíllal 7">
            <a:extLst>
              <a:ext uri="{FF2B5EF4-FFF2-40B4-BE49-F238E27FC236}">
                <a16:creationId xmlns:a16="http://schemas.microsoft.com/office/drawing/2014/main" id="{B66BE87F-A588-41BE-A251-8940FFF7BDB0}"/>
              </a:ext>
            </a:extLst>
          </p:cNvPr>
          <p:cNvCxnSpPr/>
          <p:nvPr userDrawn="1"/>
        </p:nvCxnSpPr>
        <p:spPr>
          <a:xfrm>
            <a:off x="431800" y="3866682"/>
            <a:ext cx="11339513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zöveg helye 10">
            <a:extLst>
              <a:ext uri="{FF2B5EF4-FFF2-40B4-BE49-F238E27FC236}">
                <a16:creationId xmlns:a16="http://schemas.microsoft.com/office/drawing/2014/main" id="{EE87B275-BCEB-48C5-BD58-39E2B9AB90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69269" y="3973125"/>
            <a:ext cx="502886" cy="201776"/>
          </a:xfrm>
        </p:spPr>
        <p:txBody>
          <a:bodyPr rtlCol="0" anchor="ctr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Év</a:t>
            </a:r>
          </a:p>
        </p:txBody>
      </p:sp>
      <p:sp>
        <p:nvSpPr>
          <p:cNvPr id="10" name="Szöveg helye 10">
            <a:extLst>
              <a:ext uri="{FF2B5EF4-FFF2-40B4-BE49-F238E27FC236}">
                <a16:creationId xmlns:a16="http://schemas.microsoft.com/office/drawing/2014/main" id="{75FEF587-0930-42DA-AF85-54F9A14870D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1799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HH</a:t>
            </a:r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id="{77B00876-F334-4F19-ACB9-5A52E300C62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3816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HH</a:t>
            </a:r>
          </a:p>
        </p:txBody>
      </p:sp>
      <p:sp>
        <p:nvSpPr>
          <p:cNvPr id="12" name="Szöveg helye 10">
            <a:extLst>
              <a:ext uri="{FF2B5EF4-FFF2-40B4-BE49-F238E27FC236}">
                <a16:creationId xmlns:a16="http://schemas.microsoft.com/office/drawing/2014/main" id="{DC5160FB-C621-4014-AF15-7C31EBF9463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375833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HH</a:t>
            </a:r>
          </a:p>
        </p:txBody>
      </p:sp>
      <p:sp>
        <p:nvSpPr>
          <p:cNvPr id="13" name="Szöveg helye 10">
            <a:extLst>
              <a:ext uri="{FF2B5EF4-FFF2-40B4-BE49-F238E27FC236}">
                <a16:creationId xmlns:a16="http://schemas.microsoft.com/office/drawing/2014/main" id="{3D37E5E1-DD5A-4C77-849F-40C0D2AE3F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47850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HH</a:t>
            </a:r>
          </a:p>
        </p:txBody>
      </p:sp>
      <p:sp>
        <p:nvSpPr>
          <p:cNvPr id="14" name="Szöveg helye 10">
            <a:extLst>
              <a:ext uri="{FF2B5EF4-FFF2-40B4-BE49-F238E27FC236}">
                <a16:creationId xmlns:a16="http://schemas.microsoft.com/office/drawing/2014/main" id="{8164CA25-5B7F-4EDD-8B42-0D567DED179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033469" y="3973125"/>
            <a:ext cx="502886" cy="201776"/>
          </a:xfrm>
        </p:spPr>
        <p:txBody>
          <a:bodyPr rtlCol="0" anchor="ctr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Év</a:t>
            </a:r>
          </a:p>
        </p:txBody>
      </p:sp>
      <p:sp>
        <p:nvSpPr>
          <p:cNvPr id="15" name="Szöveg helye 10">
            <a:extLst>
              <a:ext uri="{FF2B5EF4-FFF2-40B4-BE49-F238E27FC236}">
                <a16:creationId xmlns:a16="http://schemas.microsoft.com/office/drawing/2014/main" id="{15876039-3F56-4587-900E-4FCE60BCA5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319867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HH</a:t>
            </a:r>
          </a:p>
        </p:txBody>
      </p:sp>
      <p:sp>
        <p:nvSpPr>
          <p:cNvPr id="16" name="Szöveg helye 10">
            <a:extLst>
              <a:ext uri="{FF2B5EF4-FFF2-40B4-BE49-F238E27FC236}">
                <a16:creationId xmlns:a16="http://schemas.microsoft.com/office/drawing/2014/main" id="{515FCEBD-9007-4B9D-AE69-7F8068A14B2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791884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HH</a:t>
            </a:r>
          </a:p>
        </p:txBody>
      </p:sp>
      <p:sp>
        <p:nvSpPr>
          <p:cNvPr id="17" name="Szöveg helye 10">
            <a:extLst>
              <a:ext uri="{FF2B5EF4-FFF2-40B4-BE49-F238E27FC236}">
                <a16:creationId xmlns:a16="http://schemas.microsoft.com/office/drawing/2014/main" id="{8856F7F9-97EB-4612-BB5C-DDB9D90C9CD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63901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HH</a:t>
            </a:r>
          </a:p>
        </p:txBody>
      </p:sp>
      <p:sp>
        <p:nvSpPr>
          <p:cNvPr id="18" name="Szöveg helye 10">
            <a:extLst>
              <a:ext uri="{FF2B5EF4-FFF2-40B4-BE49-F238E27FC236}">
                <a16:creationId xmlns:a16="http://schemas.microsoft.com/office/drawing/2014/main" id="{B0C577BC-AD44-4FF0-8F34-D7ABD44B100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679952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HH</a:t>
            </a:r>
          </a:p>
        </p:txBody>
      </p:sp>
      <p:sp>
        <p:nvSpPr>
          <p:cNvPr id="19" name="Szöveg helye 10">
            <a:extLst>
              <a:ext uri="{FF2B5EF4-FFF2-40B4-BE49-F238E27FC236}">
                <a16:creationId xmlns:a16="http://schemas.microsoft.com/office/drawing/2014/main" id="{12E19F39-39CE-43A3-912F-3D8656DA5E7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735918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HH</a:t>
            </a:r>
          </a:p>
        </p:txBody>
      </p:sp>
      <p:sp>
        <p:nvSpPr>
          <p:cNvPr id="20" name="Szöveg helye 10">
            <a:extLst>
              <a:ext uri="{FF2B5EF4-FFF2-40B4-BE49-F238E27FC236}">
                <a16:creationId xmlns:a16="http://schemas.microsoft.com/office/drawing/2014/main" id="{64F2C543-C785-4078-9811-96F28F1BF21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207935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HH</a:t>
            </a:r>
          </a:p>
        </p:txBody>
      </p:sp>
      <p:sp>
        <p:nvSpPr>
          <p:cNvPr id="21" name="Szöveg helye 10">
            <a:extLst>
              <a:ext uri="{FF2B5EF4-FFF2-40B4-BE49-F238E27FC236}">
                <a16:creationId xmlns:a16="http://schemas.microsoft.com/office/drawing/2014/main" id="{022F0FFE-8538-47C2-9227-B4DE41186CE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151969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HH</a:t>
            </a:r>
          </a:p>
        </p:txBody>
      </p:sp>
      <p:sp>
        <p:nvSpPr>
          <p:cNvPr id="22" name="Szöveg helye 10">
            <a:extLst>
              <a:ext uri="{FF2B5EF4-FFF2-40B4-BE49-F238E27FC236}">
                <a16:creationId xmlns:a16="http://schemas.microsoft.com/office/drawing/2014/main" id="{75D12B21-B498-4E00-B817-457BAED99A3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623986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HH</a:t>
            </a:r>
          </a:p>
        </p:txBody>
      </p:sp>
      <p:sp>
        <p:nvSpPr>
          <p:cNvPr id="23" name="Szöveg helye 10">
            <a:extLst>
              <a:ext uri="{FF2B5EF4-FFF2-40B4-BE49-F238E27FC236}">
                <a16:creationId xmlns:a16="http://schemas.microsoft.com/office/drawing/2014/main" id="{A60F8F4D-F654-4555-BC21-7137D98E027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095999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HH</a:t>
            </a:r>
          </a:p>
        </p:txBody>
      </p:sp>
      <p:sp>
        <p:nvSpPr>
          <p:cNvPr id="24" name="Szöveg helye 10">
            <a:extLst>
              <a:ext uri="{FF2B5EF4-FFF2-40B4-BE49-F238E27FC236}">
                <a16:creationId xmlns:a16="http://schemas.microsoft.com/office/drawing/2014/main" id="{0B633DEF-CDC6-4A75-A05B-0C875E2B8FF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68012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HH</a:t>
            </a:r>
          </a:p>
        </p:txBody>
      </p:sp>
      <p:sp>
        <p:nvSpPr>
          <p:cNvPr id="25" name="Szöveg helye 10">
            <a:extLst>
              <a:ext uri="{FF2B5EF4-FFF2-40B4-BE49-F238E27FC236}">
                <a16:creationId xmlns:a16="http://schemas.microsoft.com/office/drawing/2014/main" id="{23A67F56-440C-4AE2-B52E-F6ECF3E31F8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040029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HH</a:t>
            </a:r>
          </a:p>
        </p:txBody>
      </p:sp>
      <p:sp>
        <p:nvSpPr>
          <p:cNvPr id="26" name="Szöveg helye 10">
            <a:extLst>
              <a:ext uri="{FF2B5EF4-FFF2-40B4-BE49-F238E27FC236}">
                <a16:creationId xmlns:a16="http://schemas.microsoft.com/office/drawing/2014/main" id="{E8F5BF8F-8918-4E36-8AAF-45E994E46B2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12046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HH</a:t>
            </a:r>
          </a:p>
        </p:txBody>
      </p:sp>
      <p:sp>
        <p:nvSpPr>
          <p:cNvPr id="27" name="Szöveg helye 10">
            <a:extLst>
              <a:ext uri="{FF2B5EF4-FFF2-40B4-BE49-F238E27FC236}">
                <a16:creationId xmlns:a16="http://schemas.microsoft.com/office/drawing/2014/main" id="{1A2F56E4-C780-42A2-BA54-B1EAB7CA219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984063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HH</a:t>
            </a:r>
          </a:p>
        </p:txBody>
      </p:sp>
      <p:sp>
        <p:nvSpPr>
          <p:cNvPr id="28" name="Szöveg helye 10">
            <a:extLst>
              <a:ext uri="{FF2B5EF4-FFF2-40B4-BE49-F238E27FC236}">
                <a16:creationId xmlns:a16="http://schemas.microsoft.com/office/drawing/2014/main" id="{7405E86B-3690-4EBE-8353-7ABE76F1081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456080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HH</a:t>
            </a:r>
          </a:p>
        </p:txBody>
      </p:sp>
      <p:sp>
        <p:nvSpPr>
          <p:cNvPr id="29" name="Szöveg helye 10">
            <a:extLst>
              <a:ext uri="{FF2B5EF4-FFF2-40B4-BE49-F238E27FC236}">
                <a16:creationId xmlns:a16="http://schemas.microsoft.com/office/drawing/2014/main" id="{DB54048B-A035-47F0-B54D-1B9676EE893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928097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HH</a:t>
            </a:r>
          </a:p>
        </p:txBody>
      </p:sp>
      <p:sp>
        <p:nvSpPr>
          <p:cNvPr id="30" name="Szöveg helye 10">
            <a:extLst>
              <a:ext uri="{FF2B5EF4-FFF2-40B4-BE49-F238E27FC236}">
                <a16:creationId xmlns:a16="http://schemas.microsoft.com/office/drawing/2014/main" id="{12F6976C-DDBF-4808-9B45-2C78E0FC6AA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344148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HH</a:t>
            </a:r>
          </a:p>
        </p:txBody>
      </p:sp>
      <p:sp>
        <p:nvSpPr>
          <p:cNvPr id="31" name="Szöveg helye 10">
            <a:extLst>
              <a:ext uri="{FF2B5EF4-FFF2-40B4-BE49-F238E27FC236}">
                <a16:creationId xmlns:a16="http://schemas.microsoft.com/office/drawing/2014/main" id="{66103D17-8EEC-45BF-B909-8F6DB8575A3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00114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HH</a:t>
            </a:r>
          </a:p>
        </p:txBody>
      </p:sp>
      <p:sp>
        <p:nvSpPr>
          <p:cNvPr id="32" name="Szöveg helye 10">
            <a:extLst>
              <a:ext uri="{FF2B5EF4-FFF2-40B4-BE49-F238E27FC236}">
                <a16:creationId xmlns:a16="http://schemas.microsoft.com/office/drawing/2014/main" id="{57F6EB7B-A4AE-4147-A94B-9C2860A158F4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872131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HH</a:t>
            </a:r>
          </a:p>
        </p:txBody>
      </p:sp>
      <p:sp>
        <p:nvSpPr>
          <p:cNvPr id="33" name="Szöveg helye 10">
            <a:extLst>
              <a:ext uri="{FF2B5EF4-FFF2-40B4-BE49-F238E27FC236}">
                <a16:creationId xmlns:a16="http://schemas.microsoft.com/office/drawing/2014/main" id="{95673032-36DB-4772-82D8-46E21D810A56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0816165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HH</a:t>
            </a:r>
          </a:p>
        </p:txBody>
      </p:sp>
      <p:sp>
        <p:nvSpPr>
          <p:cNvPr id="34" name="Szöveg helye 10">
            <a:extLst>
              <a:ext uri="{FF2B5EF4-FFF2-40B4-BE49-F238E27FC236}">
                <a16:creationId xmlns:a16="http://schemas.microsoft.com/office/drawing/2014/main" id="{CDE9935C-FEBD-421A-A63B-8A87A2D4A4D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1288182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HH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242C672-1222-4C21-9E3D-F365D9665E1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60988" y="2190750"/>
            <a:ext cx="1793875" cy="561975"/>
          </a:xfrm>
          <a:gradFill>
            <a:gsLst>
              <a:gs pos="0">
                <a:schemeClr val="bg1"/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15600000" scaled="0"/>
          </a:gradFill>
        </p:spPr>
        <p:txBody>
          <a:bodyPr tIns="36000" rtlCol="0" anchor="t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 rtl="0"/>
            <a:r>
              <a:rPr lang="hu-HU" noProof="0" dirty="0"/>
              <a:t>Elem címe</a:t>
            </a:r>
          </a:p>
        </p:txBody>
      </p:sp>
      <p:sp>
        <p:nvSpPr>
          <p:cNvPr id="37" name="Szöveg helye 36">
            <a:extLst>
              <a:ext uri="{FF2B5EF4-FFF2-40B4-BE49-F238E27FC236}">
                <a16:creationId xmlns:a16="http://schemas.microsoft.com/office/drawing/2014/main" id="{2F97A7E3-509A-417D-9818-EDDA3B539E4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412717" y="2505005"/>
            <a:ext cx="1690417" cy="224670"/>
          </a:xfrm>
        </p:spPr>
        <p:txBody>
          <a:bodyPr rtlCol="0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hónap, nap</a:t>
            </a:r>
          </a:p>
        </p:txBody>
      </p:sp>
    </p:spTree>
    <p:extLst>
      <p:ext uri="{BB962C8B-B14F-4D97-AF65-F5344CB8AC3E}">
        <p14:creationId xmlns:p14="http://schemas.microsoft.com/office/powerpoint/2010/main" val="32173664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apat 3 tagja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A85E10-5A18-4C86-8310-FA9CF8DF8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7" name="Élőláb helye 6">
            <a:extLst>
              <a:ext uri="{FF2B5EF4-FFF2-40B4-BE49-F238E27FC236}">
                <a16:creationId xmlns:a16="http://schemas.microsoft.com/office/drawing/2014/main" id="{D2E533DB-3399-4A25-BB80-899E9CC78D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8" name="Dia számának helye 7">
            <a:extLst>
              <a:ext uri="{FF2B5EF4-FFF2-40B4-BE49-F238E27FC236}">
                <a16:creationId xmlns:a16="http://schemas.microsoft.com/office/drawing/2014/main" id="{19A57786-309B-4137-8B30-4011FC0D4F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B73C415-D670-4716-A5EC-CC4D52CA2BAC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5" name="Kép helyőrzője 4">
            <a:extLst>
              <a:ext uri="{FF2B5EF4-FFF2-40B4-BE49-F238E27FC236}">
                <a16:creationId xmlns:a16="http://schemas.microsoft.com/office/drawing/2014/main" id="{8977821B-617D-47E4-AAA2-FADADD15EBC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64180" y="2252062"/>
            <a:ext cx="1487604" cy="1487604"/>
          </a:xfrm>
          <a:prstGeom prst="cube">
            <a:avLst/>
          </a:prstGeom>
          <a:solidFill>
            <a:schemeClr val="bg1">
              <a:lumMod val="85000"/>
              <a:alpha val="70000"/>
            </a:schemeClr>
          </a:solidFill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hu-HU" noProof="0" dirty="0"/>
              <a:t>Fénykép</a:t>
            </a:r>
          </a:p>
        </p:txBody>
      </p:sp>
      <p:sp>
        <p:nvSpPr>
          <p:cNvPr id="9" name="Szöveg helye 8">
            <a:extLst>
              <a:ext uri="{FF2B5EF4-FFF2-40B4-BE49-F238E27FC236}">
                <a16:creationId xmlns:a16="http://schemas.microsoft.com/office/drawing/2014/main" id="{199551C8-D5B2-495A-97BB-0711CD8C67E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74854" y="2485913"/>
            <a:ext cx="2124000" cy="701538"/>
          </a:xfrm>
        </p:spPr>
        <p:txBody>
          <a:bodyPr rtlCol="0" anchor="b"/>
          <a:lstStyle>
            <a:lvl1pPr marL="0" indent="0" algn="l"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Név</a:t>
            </a:r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id="{53739758-B746-428A-A18B-3989DA89A8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74854" y="3904988"/>
            <a:ext cx="2124000" cy="1800000"/>
          </a:xfrm>
        </p:spPr>
        <p:txBody>
          <a:bodyPr rtlCol="0"/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Rövid életrajz</a:t>
            </a:r>
          </a:p>
        </p:txBody>
      </p:sp>
      <p:sp>
        <p:nvSpPr>
          <p:cNvPr id="6" name="Szöveg helye 5">
            <a:extLst>
              <a:ext uri="{FF2B5EF4-FFF2-40B4-BE49-F238E27FC236}">
                <a16:creationId xmlns:a16="http://schemas.microsoft.com/office/drawing/2014/main" id="{3509F9E9-0483-4A79-B997-B23DAC1644C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hu-HU" noProof="0" dirty="0"/>
              <a:t>Alcím</a:t>
            </a:r>
          </a:p>
        </p:txBody>
      </p:sp>
      <p:sp>
        <p:nvSpPr>
          <p:cNvPr id="28" name="Szöveg helye 8">
            <a:extLst>
              <a:ext uri="{FF2B5EF4-FFF2-40B4-BE49-F238E27FC236}">
                <a16:creationId xmlns:a16="http://schemas.microsoft.com/office/drawing/2014/main" id="{B502D142-31B4-4BFF-A18F-9FB36E0F400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974854" y="3461032"/>
            <a:ext cx="2124000" cy="245885"/>
          </a:xfrm>
        </p:spPr>
        <p:txBody>
          <a:bodyPr rtlCol="0"/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Cím</a:t>
            </a:r>
          </a:p>
        </p:txBody>
      </p:sp>
      <p:sp>
        <p:nvSpPr>
          <p:cNvPr id="41" name="Kép helyőrzője 4">
            <a:extLst>
              <a:ext uri="{FF2B5EF4-FFF2-40B4-BE49-F238E27FC236}">
                <a16:creationId xmlns:a16="http://schemas.microsoft.com/office/drawing/2014/main" id="{ED382BE6-73A2-49C4-9284-7996310FE85F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200409" y="2252062"/>
            <a:ext cx="1487604" cy="1487604"/>
          </a:xfrm>
          <a:prstGeom prst="cube">
            <a:avLst/>
          </a:prstGeom>
          <a:solidFill>
            <a:schemeClr val="bg1">
              <a:lumMod val="85000"/>
              <a:alpha val="70000"/>
            </a:schemeClr>
          </a:solidFill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hu-HU" noProof="0" dirty="0"/>
              <a:t>Fénykép</a:t>
            </a:r>
          </a:p>
        </p:txBody>
      </p:sp>
      <p:sp>
        <p:nvSpPr>
          <p:cNvPr id="42" name="Szöveg helye 8">
            <a:extLst>
              <a:ext uri="{FF2B5EF4-FFF2-40B4-BE49-F238E27FC236}">
                <a16:creationId xmlns:a16="http://schemas.microsoft.com/office/drawing/2014/main" id="{5E81FDE4-AA9D-42F8-BEAF-C710A81DC8A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811083" y="2485913"/>
            <a:ext cx="2124000" cy="701538"/>
          </a:xfrm>
        </p:spPr>
        <p:txBody>
          <a:bodyPr rtlCol="0" anchor="b"/>
          <a:lstStyle>
            <a:lvl1pPr marL="0" indent="0" algn="l"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Név</a:t>
            </a:r>
          </a:p>
        </p:txBody>
      </p:sp>
      <p:sp>
        <p:nvSpPr>
          <p:cNvPr id="43" name="Szöveg helye 10">
            <a:extLst>
              <a:ext uri="{FF2B5EF4-FFF2-40B4-BE49-F238E27FC236}">
                <a16:creationId xmlns:a16="http://schemas.microsoft.com/office/drawing/2014/main" id="{9D6585E1-D051-4611-811C-C8101B0D2F0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811083" y="3904988"/>
            <a:ext cx="2124000" cy="1800000"/>
          </a:xfrm>
        </p:spPr>
        <p:txBody>
          <a:bodyPr rtlCol="0"/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Rövid életrajz</a:t>
            </a:r>
          </a:p>
        </p:txBody>
      </p:sp>
      <p:sp>
        <p:nvSpPr>
          <p:cNvPr id="44" name="Szöveg helye 8">
            <a:extLst>
              <a:ext uri="{FF2B5EF4-FFF2-40B4-BE49-F238E27FC236}">
                <a16:creationId xmlns:a16="http://schemas.microsoft.com/office/drawing/2014/main" id="{6C195A32-24CC-4109-9C00-31757D0A0A3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811083" y="3461032"/>
            <a:ext cx="2124000" cy="245885"/>
          </a:xfrm>
        </p:spPr>
        <p:txBody>
          <a:bodyPr rtlCol="0"/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Cím</a:t>
            </a:r>
          </a:p>
        </p:txBody>
      </p:sp>
      <p:sp>
        <p:nvSpPr>
          <p:cNvPr id="45" name="Kép helyőrzője 4">
            <a:extLst>
              <a:ext uri="{FF2B5EF4-FFF2-40B4-BE49-F238E27FC236}">
                <a16:creationId xmlns:a16="http://schemas.microsoft.com/office/drawing/2014/main" id="{B318C64F-C963-4A3C-BB8F-999A7F7F5F8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045206" y="2252062"/>
            <a:ext cx="1487604" cy="1487604"/>
          </a:xfrm>
          <a:prstGeom prst="cube">
            <a:avLst/>
          </a:prstGeom>
          <a:solidFill>
            <a:schemeClr val="bg1">
              <a:lumMod val="85000"/>
              <a:alpha val="70000"/>
            </a:schemeClr>
          </a:solidFill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hu-HU" noProof="0" dirty="0"/>
              <a:t>Fénykép</a:t>
            </a:r>
          </a:p>
        </p:txBody>
      </p:sp>
      <p:sp>
        <p:nvSpPr>
          <p:cNvPr id="46" name="Szöveg helye 8">
            <a:extLst>
              <a:ext uri="{FF2B5EF4-FFF2-40B4-BE49-F238E27FC236}">
                <a16:creationId xmlns:a16="http://schemas.microsoft.com/office/drawing/2014/main" id="{B8B9BC49-5937-4C0A-9AA6-7A7DA7F18CA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47313" y="2485913"/>
            <a:ext cx="2124000" cy="701538"/>
          </a:xfrm>
        </p:spPr>
        <p:txBody>
          <a:bodyPr rtlCol="0" anchor="b"/>
          <a:lstStyle>
            <a:lvl1pPr marL="0" indent="0" algn="l"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Név</a:t>
            </a:r>
          </a:p>
        </p:txBody>
      </p:sp>
      <p:sp>
        <p:nvSpPr>
          <p:cNvPr id="47" name="Szöveg helye 10">
            <a:extLst>
              <a:ext uri="{FF2B5EF4-FFF2-40B4-BE49-F238E27FC236}">
                <a16:creationId xmlns:a16="http://schemas.microsoft.com/office/drawing/2014/main" id="{8020B4D6-002F-4FA9-BF1D-FC56D9A06F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647313" y="3904988"/>
            <a:ext cx="2124000" cy="1800000"/>
          </a:xfrm>
        </p:spPr>
        <p:txBody>
          <a:bodyPr rtlCol="0"/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Rövid életrajz</a:t>
            </a:r>
          </a:p>
        </p:txBody>
      </p:sp>
      <p:sp>
        <p:nvSpPr>
          <p:cNvPr id="48" name="Szöveg helye 8">
            <a:extLst>
              <a:ext uri="{FF2B5EF4-FFF2-40B4-BE49-F238E27FC236}">
                <a16:creationId xmlns:a16="http://schemas.microsoft.com/office/drawing/2014/main" id="{93C1946C-7118-4BF3-8EE8-B0944465F49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647313" y="3461032"/>
            <a:ext cx="2124000" cy="245885"/>
          </a:xfrm>
        </p:spPr>
        <p:txBody>
          <a:bodyPr rtlCol="0"/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hu-HU" noProof="0" dirty="0"/>
              <a:t>Cím</a:t>
            </a:r>
          </a:p>
        </p:txBody>
      </p:sp>
      <p:sp>
        <p:nvSpPr>
          <p:cNvPr id="18" name="Egyenlő szárú háromszög 17" descr="Díszítő háromszög">
            <a:extLst>
              <a:ext uri="{FF2B5EF4-FFF2-40B4-BE49-F238E27FC236}">
                <a16:creationId xmlns:a16="http://schemas.microsoft.com/office/drawing/2014/main" id="{8E5A8457-1B30-4458-8A74-EBC7529A80AC}"/>
              </a:ext>
            </a:extLst>
          </p:cNvPr>
          <p:cNvSpPr/>
          <p:nvPr userDrawn="1"/>
        </p:nvSpPr>
        <p:spPr>
          <a:xfrm rot="17100000">
            <a:off x="9640541" y="579173"/>
            <a:ext cx="1689239" cy="1147676"/>
          </a:xfrm>
          <a:prstGeom prst="triangle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9" name="Egyenlő szárú háromszög 18" descr="Díszítő háromszög">
            <a:extLst>
              <a:ext uri="{FF2B5EF4-FFF2-40B4-BE49-F238E27FC236}">
                <a16:creationId xmlns:a16="http://schemas.microsoft.com/office/drawing/2014/main" id="{6D78DF42-080D-4A03-9896-A9F0EA96D14F}"/>
              </a:ext>
            </a:extLst>
          </p:cNvPr>
          <p:cNvSpPr/>
          <p:nvPr userDrawn="1"/>
        </p:nvSpPr>
        <p:spPr>
          <a:xfrm>
            <a:off x="9712271" y="1256650"/>
            <a:ext cx="545742" cy="3707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20" name="Egyenlő szárú háromszög 19" descr="Díszítő háromszög">
            <a:extLst>
              <a:ext uri="{FF2B5EF4-FFF2-40B4-BE49-F238E27FC236}">
                <a16:creationId xmlns:a16="http://schemas.microsoft.com/office/drawing/2014/main" id="{30AAC518-6301-4101-954B-FDD81D91F8B7}"/>
              </a:ext>
            </a:extLst>
          </p:cNvPr>
          <p:cNvSpPr/>
          <p:nvPr userDrawn="1"/>
        </p:nvSpPr>
        <p:spPr>
          <a:xfrm rot="10800000">
            <a:off x="10947905" y="733541"/>
            <a:ext cx="740512" cy="503107"/>
          </a:xfrm>
          <a:prstGeom prst="triangle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21" name="Egyenes összekötő 20">
            <a:extLst>
              <a:ext uri="{FF2B5EF4-FFF2-40B4-BE49-F238E27FC236}">
                <a16:creationId xmlns:a16="http://schemas.microsoft.com/office/drawing/2014/main" id="{BC93CC81-5594-46D3-8702-EA80661EC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2692906" y="2584411"/>
            <a:ext cx="0" cy="144000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gyenes összekötő 21">
            <a:extLst>
              <a:ext uri="{FF2B5EF4-FFF2-40B4-BE49-F238E27FC236}">
                <a16:creationId xmlns:a16="http://schemas.microsoft.com/office/drawing/2014/main" id="{86438FE2-2FFE-4509-910B-C664B9523A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6529136" y="2584412"/>
            <a:ext cx="0" cy="1440000"/>
          </a:xfrm>
          <a:prstGeom prst="line">
            <a:avLst/>
          </a:prstGeom>
          <a:ln>
            <a:solidFill>
              <a:srgbClr val="DFAA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gyenes összekötő 22">
            <a:extLst>
              <a:ext uri="{FF2B5EF4-FFF2-40B4-BE49-F238E27FC236}">
                <a16:creationId xmlns:a16="http://schemas.microsoft.com/office/drawing/2014/main" id="{EF389373-8813-47E5-8647-A58E018CB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 flipV="1">
            <a:off x="10365366" y="2584413"/>
            <a:ext cx="0" cy="144000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96031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apat 6 tagja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A85E10-5A18-4C86-8310-FA9CF8DF8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/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7" name="Élőláb helye 6">
            <a:extLst>
              <a:ext uri="{FF2B5EF4-FFF2-40B4-BE49-F238E27FC236}">
                <a16:creationId xmlns:a16="http://schemas.microsoft.com/office/drawing/2014/main" id="{D2E533DB-3399-4A25-BB80-899E9CC78D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8" name="Dia számának helye 7">
            <a:extLst>
              <a:ext uri="{FF2B5EF4-FFF2-40B4-BE49-F238E27FC236}">
                <a16:creationId xmlns:a16="http://schemas.microsoft.com/office/drawing/2014/main" id="{19A57786-309B-4137-8B30-4011FC0D4F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B73C415-D670-4716-A5EC-CC4D52CA2BAC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6" name="Szöveg helye 5">
            <a:extLst>
              <a:ext uri="{FF2B5EF4-FFF2-40B4-BE49-F238E27FC236}">
                <a16:creationId xmlns:a16="http://schemas.microsoft.com/office/drawing/2014/main" id="{3509F9E9-0483-4A79-B997-B23DAC1644C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hu-HU" noProof="0" dirty="0"/>
              <a:t>Alcím</a:t>
            </a:r>
          </a:p>
        </p:txBody>
      </p:sp>
      <p:sp>
        <p:nvSpPr>
          <p:cNvPr id="49" name="Szöveg helye 8">
            <a:extLst>
              <a:ext uri="{FF2B5EF4-FFF2-40B4-BE49-F238E27FC236}">
                <a16:creationId xmlns:a16="http://schemas.microsoft.com/office/drawing/2014/main" id="{305CEEFA-58BB-4AFA-AD31-BEE38B013E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800" y="3996234"/>
            <a:ext cx="1620000" cy="496292"/>
          </a:xfrm>
        </p:spPr>
        <p:txBody>
          <a:bodyPr rtlCol="0" anchor="b"/>
          <a:lstStyle>
            <a:lvl1pPr marL="0" indent="0" algn="ctr">
              <a:buFont typeface="Arial" panose="020B0604020202020204" pitchFamily="34" charset="0"/>
              <a:buNone/>
              <a:defRPr sz="1800">
                <a:latin typeface="+mj-lt"/>
              </a:defRPr>
            </a:lvl1pPr>
          </a:lstStyle>
          <a:p>
            <a:pPr lvl="0" rtl="0"/>
            <a:r>
              <a:rPr lang="hu-HU" noProof="0" dirty="0"/>
              <a:t>Teljes név</a:t>
            </a:r>
          </a:p>
        </p:txBody>
      </p:sp>
      <p:sp>
        <p:nvSpPr>
          <p:cNvPr id="50" name="Szöveg helye 10">
            <a:extLst>
              <a:ext uri="{FF2B5EF4-FFF2-40B4-BE49-F238E27FC236}">
                <a16:creationId xmlns:a16="http://schemas.microsoft.com/office/drawing/2014/main" id="{BEEE40C3-341F-4063-8D33-B1328863FB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1800" y="4624545"/>
            <a:ext cx="1620000" cy="720000"/>
          </a:xfrm>
        </p:spPr>
        <p:txBody>
          <a:bodyPr rtlCol="0"/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hu-HU" noProof="0" dirty="0"/>
              <a:t>Cím</a:t>
            </a:r>
          </a:p>
        </p:txBody>
      </p:sp>
      <p:sp>
        <p:nvSpPr>
          <p:cNvPr id="51" name="Szöveg helye 8">
            <a:extLst>
              <a:ext uri="{FF2B5EF4-FFF2-40B4-BE49-F238E27FC236}">
                <a16:creationId xmlns:a16="http://schemas.microsoft.com/office/drawing/2014/main" id="{D09CE291-B951-4300-9D67-154E4BB557E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375703" y="3996234"/>
            <a:ext cx="1620000" cy="496292"/>
          </a:xfrm>
        </p:spPr>
        <p:txBody>
          <a:bodyPr rtlCol="0" anchor="b"/>
          <a:lstStyle>
            <a:lvl1pPr marL="0" indent="0" algn="ctr">
              <a:buFont typeface="Arial" panose="020B0604020202020204" pitchFamily="34" charset="0"/>
              <a:buNone/>
              <a:defRPr sz="1800">
                <a:latin typeface="+mj-lt"/>
              </a:defRPr>
            </a:lvl1pPr>
          </a:lstStyle>
          <a:p>
            <a:pPr lvl="0" rtl="0"/>
            <a:r>
              <a:rPr lang="hu-HU" noProof="0" dirty="0"/>
              <a:t>Teljes név</a:t>
            </a:r>
          </a:p>
        </p:txBody>
      </p:sp>
      <p:sp>
        <p:nvSpPr>
          <p:cNvPr id="52" name="Szöveg helye 10">
            <a:extLst>
              <a:ext uri="{FF2B5EF4-FFF2-40B4-BE49-F238E27FC236}">
                <a16:creationId xmlns:a16="http://schemas.microsoft.com/office/drawing/2014/main" id="{0D3A393C-4D8C-49BC-934D-B57BE1B2840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375703" y="4624545"/>
            <a:ext cx="1620000" cy="720000"/>
          </a:xfrm>
        </p:spPr>
        <p:txBody>
          <a:bodyPr rtlCol="0"/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hu-HU" noProof="0" dirty="0"/>
              <a:t>Cím</a:t>
            </a:r>
          </a:p>
        </p:txBody>
      </p:sp>
      <p:sp>
        <p:nvSpPr>
          <p:cNvPr id="53" name="Szöveg helye 8">
            <a:extLst>
              <a:ext uri="{FF2B5EF4-FFF2-40B4-BE49-F238E27FC236}">
                <a16:creationId xmlns:a16="http://schemas.microsoft.com/office/drawing/2014/main" id="{08906184-3520-4606-AF8B-59ECFFA6D75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19606" y="3996234"/>
            <a:ext cx="1620000" cy="496292"/>
          </a:xfrm>
        </p:spPr>
        <p:txBody>
          <a:bodyPr rtlCol="0" anchor="b"/>
          <a:lstStyle>
            <a:lvl1pPr marL="0" indent="0" algn="ctr">
              <a:buFont typeface="Arial" panose="020B0604020202020204" pitchFamily="34" charset="0"/>
              <a:buNone/>
              <a:defRPr sz="1800">
                <a:latin typeface="+mj-lt"/>
              </a:defRPr>
            </a:lvl1pPr>
          </a:lstStyle>
          <a:p>
            <a:pPr lvl="0" rtl="0"/>
            <a:r>
              <a:rPr lang="hu-HU" noProof="0" dirty="0"/>
              <a:t>Teljes név</a:t>
            </a:r>
          </a:p>
        </p:txBody>
      </p:sp>
      <p:sp>
        <p:nvSpPr>
          <p:cNvPr id="54" name="Szöveg helye 10">
            <a:extLst>
              <a:ext uri="{FF2B5EF4-FFF2-40B4-BE49-F238E27FC236}">
                <a16:creationId xmlns:a16="http://schemas.microsoft.com/office/drawing/2014/main" id="{8A64BEB9-7FB0-4DF9-BFE9-62016E83E8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19606" y="4624545"/>
            <a:ext cx="1620000" cy="720000"/>
          </a:xfrm>
        </p:spPr>
        <p:txBody>
          <a:bodyPr rtlCol="0"/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hu-HU" noProof="0" dirty="0"/>
              <a:t>Cím</a:t>
            </a:r>
          </a:p>
        </p:txBody>
      </p:sp>
      <p:sp>
        <p:nvSpPr>
          <p:cNvPr id="55" name="Szöveg helye 8">
            <a:extLst>
              <a:ext uri="{FF2B5EF4-FFF2-40B4-BE49-F238E27FC236}">
                <a16:creationId xmlns:a16="http://schemas.microsoft.com/office/drawing/2014/main" id="{4CCC1C98-37FD-4404-8383-72ED535FE57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63509" y="3996234"/>
            <a:ext cx="1620000" cy="496292"/>
          </a:xfrm>
        </p:spPr>
        <p:txBody>
          <a:bodyPr rtlCol="0" anchor="b"/>
          <a:lstStyle>
            <a:lvl1pPr marL="0" indent="0" algn="ctr">
              <a:buFont typeface="Arial" panose="020B0604020202020204" pitchFamily="34" charset="0"/>
              <a:buNone/>
              <a:defRPr sz="1800">
                <a:latin typeface="+mj-lt"/>
              </a:defRPr>
            </a:lvl1pPr>
          </a:lstStyle>
          <a:p>
            <a:pPr lvl="0" rtl="0"/>
            <a:r>
              <a:rPr lang="hu-HU" noProof="0" dirty="0"/>
              <a:t>Teljes név</a:t>
            </a:r>
          </a:p>
        </p:txBody>
      </p:sp>
      <p:sp>
        <p:nvSpPr>
          <p:cNvPr id="56" name="Szöveg helye 10">
            <a:extLst>
              <a:ext uri="{FF2B5EF4-FFF2-40B4-BE49-F238E27FC236}">
                <a16:creationId xmlns:a16="http://schemas.microsoft.com/office/drawing/2014/main" id="{B24BD1AE-AB0E-40FA-AEA8-8D687D84B56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63509" y="4624545"/>
            <a:ext cx="1620000" cy="720000"/>
          </a:xfrm>
        </p:spPr>
        <p:txBody>
          <a:bodyPr rtlCol="0"/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hu-HU" noProof="0" dirty="0"/>
              <a:t>Cím</a:t>
            </a:r>
          </a:p>
        </p:txBody>
      </p:sp>
      <p:sp>
        <p:nvSpPr>
          <p:cNvPr id="57" name="Szöveg helye 8">
            <a:extLst>
              <a:ext uri="{FF2B5EF4-FFF2-40B4-BE49-F238E27FC236}">
                <a16:creationId xmlns:a16="http://schemas.microsoft.com/office/drawing/2014/main" id="{CA2F0EA7-F3F7-443F-BA0D-4916B618C56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207412" y="3996234"/>
            <a:ext cx="1620000" cy="496292"/>
          </a:xfrm>
        </p:spPr>
        <p:txBody>
          <a:bodyPr rtlCol="0" anchor="b"/>
          <a:lstStyle>
            <a:lvl1pPr marL="0" indent="0" algn="ctr">
              <a:buFont typeface="Arial" panose="020B0604020202020204" pitchFamily="34" charset="0"/>
              <a:buNone/>
              <a:defRPr sz="1800">
                <a:latin typeface="+mj-lt"/>
              </a:defRPr>
            </a:lvl1pPr>
          </a:lstStyle>
          <a:p>
            <a:pPr lvl="0" rtl="0"/>
            <a:r>
              <a:rPr lang="hu-HU" noProof="0" dirty="0"/>
              <a:t>Teljes név</a:t>
            </a:r>
          </a:p>
        </p:txBody>
      </p:sp>
      <p:sp>
        <p:nvSpPr>
          <p:cNvPr id="58" name="Szöveg helye 10">
            <a:extLst>
              <a:ext uri="{FF2B5EF4-FFF2-40B4-BE49-F238E27FC236}">
                <a16:creationId xmlns:a16="http://schemas.microsoft.com/office/drawing/2014/main" id="{2BB6E6C3-1F6A-41B6-8EE0-6FDCBA34413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07412" y="4624545"/>
            <a:ext cx="1620000" cy="720000"/>
          </a:xfrm>
        </p:spPr>
        <p:txBody>
          <a:bodyPr rtlCol="0"/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hu-HU" noProof="0" dirty="0"/>
              <a:t>Cím</a:t>
            </a:r>
          </a:p>
        </p:txBody>
      </p:sp>
      <p:sp>
        <p:nvSpPr>
          <p:cNvPr id="16" name="Kép helyőrzője 15">
            <a:extLst>
              <a:ext uri="{FF2B5EF4-FFF2-40B4-BE49-F238E27FC236}">
                <a16:creationId xmlns:a16="http://schemas.microsoft.com/office/drawing/2014/main" id="{B2738624-9DAA-4152-9A77-80BBB71AD5F1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33235" y="2448116"/>
            <a:ext cx="1217130" cy="1217130"/>
          </a:xfrm>
          <a:prstGeom prst="cube">
            <a:avLst>
              <a:gd name="adj" fmla="val 10976"/>
            </a:avLst>
          </a:prstGeom>
          <a:solidFill>
            <a:schemeClr val="bg1">
              <a:lumMod val="85000"/>
              <a:alpha val="70000"/>
            </a:schemeClr>
          </a:solidFill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hu-HU" noProof="0" dirty="0"/>
              <a:t>kép</a:t>
            </a:r>
          </a:p>
        </p:txBody>
      </p:sp>
      <p:sp>
        <p:nvSpPr>
          <p:cNvPr id="59" name="Kép helyőrzője 15">
            <a:extLst>
              <a:ext uri="{FF2B5EF4-FFF2-40B4-BE49-F238E27FC236}">
                <a16:creationId xmlns:a16="http://schemas.microsoft.com/office/drawing/2014/main" id="{522AE46C-0845-4BB0-9861-06071BCF56F6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2577138" y="2448116"/>
            <a:ext cx="1217130" cy="1217130"/>
          </a:xfrm>
          <a:prstGeom prst="trapezoid">
            <a:avLst>
              <a:gd name="adj" fmla="val 13981"/>
            </a:avLst>
          </a:prstGeom>
          <a:solidFill>
            <a:schemeClr val="bg1">
              <a:lumMod val="85000"/>
              <a:alpha val="70000"/>
            </a:schemeClr>
          </a:solidFill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hu-HU" noProof="0" dirty="0"/>
              <a:t>kép</a:t>
            </a:r>
          </a:p>
        </p:txBody>
      </p:sp>
      <p:sp>
        <p:nvSpPr>
          <p:cNvPr id="60" name="Kép helyőrzője 15">
            <a:extLst>
              <a:ext uri="{FF2B5EF4-FFF2-40B4-BE49-F238E27FC236}">
                <a16:creationId xmlns:a16="http://schemas.microsoft.com/office/drawing/2014/main" id="{D791A6AF-478F-443B-A785-F82A8DBA9F30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521041" y="2448116"/>
            <a:ext cx="1217130" cy="1217130"/>
          </a:xfrm>
          <a:prstGeom prst="cube">
            <a:avLst/>
          </a:prstGeom>
          <a:solidFill>
            <a:schemeClr val="bg1">
              <a:lumMod val="85000"/>
              <a:alpha val="70000"/>
            </a:schemeClr>
          </a:solidFill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hu-HU" noProof="0" dirty="0"/>
              <a:t>kép</a:t>
            </a:r>
          </a:p>
        </p:txBody>
      </p:sp>
      <p:sp>
        <p:nvSpPr>
          <p:cNvPr id="61" name="Kép helyőrzője 15">
            <a:extLst>
              <a:ext uri="{FF2B5EF4-FFF2-40B4-BE49-F238E27FC236}">
                <a16:creationId xmlns:a16="http://schemas.microsoft.com/office/drawing/2014/main" id="{1A65AFE9-2875-44A5-BF13-6E8438892669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464944" y="2448116"/>
            <a:ext cx="1217130" cy="1217130"/>
          </a:xfrm>
          <a:prstGeom prst="bevel">
            <a:avLst/>
          </a:prstGeom>
          <a:solidFill>
            <a:schemeClr val="bg1">
              <a:lumMod val="85000"/>
              <a:alpha val="70000"/>
            </a:schemeClr>
          </a:solidFill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hu-HU" noProof="0" dirty="0"/>
              <a:t>kép</a:t>
            </a:r>
          </a:p>
        </p:txBody>
      </p:sp>
      <p:sp>
        <p:nvSpPr>
          <p:cNvPr id="62" name="Kép helyőrzője 15">
            <a:extLst>
              <a:ext uri="{FF2B5EF4-FFF2-40B4-BE49-F238E27FC236}">
                <a16:creationId xmlns:a16="http://schemas.microsoft.com/office/drawing/2014/main" id="{069B9167-077F-4123-82C5-01EB62AFB3E6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8408847" y="2448116"/>
            <a:ext cx="1217130" cy="1217130"/>
          </a:xfrm>
          <a:prstGeom prst="cube">
            <a:avLst>
              <a:gd name="adj" fmla="val 45034"/>
            </a:avLst>
          </a:prstGeom>
          <a:solidFill>
            <a:schemeClr val="bg1">
              <a:lumMod val="85000"/>
              <a:alpha val="70000"/>
            </a:schemeClr>
          </a:solidFill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hu-HU" noProof="0" dirty="0"/>
              <a:t>kép</a:t>
            </a:r>
          </a:p>
        </p:txBody>
      </p:sp>
      <p:sp>
        <p:nvSpPr>
          <p:cNvPr id="21" name="Szöveg helye 8">
            <a:extLst>
              <a:ext uri="{FF2B5EF4-FFF2-40B4-BE49-F238E27FC236}">
                <a16:creationId xmlns:a16="http://schemas.microsoft.com/office/drawing/2014/main" id="{F9EF21D5-1862-4F5B-86BF-B76AF2A72B3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151313" y="3996234"/>
            <a:ext cx="1620000" cy="496292"/>
          </a:xfrm>
        </p:spPr>
        <p:txBody>
          <a:bodyPr rtlCol="0" anchor="b"/>
          <a:lstStyle>
            <a:lvl1pPr marL="0" indent="0" algn="ctr">
              <a:buFont typeface="Arial" panose="020B0604020202020204" pitchFamily="34" charset="0"/>
              <a:buNone/>
              <a:defRPr sz="1800">
                <a:latin typeface="+mj-lt"/>
              </a:defRPr>
            </a:lvl1pPr>
          </a:lstStyle>
          <a:p>
            <a:pPr lvl="0" rtl="0"/>
            <a:r>
              <a:rPr lang="hu-HU" noProof="0" dirty="0"/>
              <a:t>Teljes név</a:t>
            </a:r>
          </a:p>
        </p:txBody>
      </p:sp>
      <p:sp>
        <p:nvSpPr>
          <p:cNvPr id="22" name="Szöveg helye 10">
            <a:extLst>
              <a:ext uri="{FF2B5EF4-FFF2-40B4-BE49-F238E27FC236}">
                <a16:creationId xmlns:a16="http://schemas.microsoft.com/office/drawing/2014/main" id="{80EC8DA4-EC6B-4362-949F-968E973A545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151313" y="4624545"/>
            <a:ext cx="1620000" cy="720000"/>
          </a:xfrm>
        </p:spPr>
        <p:txBody>
          <a:bodyPr rtlCol="0"/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hu-HU" noProof="0" dirty="0"/>
              <a:t>Cím</a:t>
            </a:r>
          </a:p>
        </p:txBody>
      </p:sp>
      <p:sp>
        <p:nvSpPr>
          <p:cNvPr id="23" name="Kép helyőrzője 15">
            <a:extLst>
              <a:ext uri="{FF2B5EF4-FFF2-40B4-BE49-F238E27FC236}">
                <a16:creationId xmlns:a16="http://schemas.microsoft.com/office/drawing/2014/main" id="{FC64B5FD-0E87-4FAB-AFEA-D10DFED9F653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10352748" y="2448116"/>
            <a:ext cx="1217130" cy="1217130"/>
          </a:xfrm>
          <a:prstGeom prst="star24">
            <a:avLst>
              <a:gd name="adj" fmla="val 45514"/>
            </a:avLst>
          </a:prstGeom>
          <a:solidFill>
            <a:schemeClr val="bg1">
              <a:lumMod val="85000"/>
              <a:alpha val="70000"/>
            </a:schemeClr>
          </a:solidFill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hu-HU" noProof="0" dirty="0"/>
              <a:t>kép</a:t>
            </a:r>
          </a:p>
        </p:txBody>
      </p:sp>
    </p:spTree>
    <p:extLst>
      <p:ext uri="{BB962C8B-B14F-4D97-AF65-F5344CB8AC3E}">
        <p14:creationId xmlns:p14="http://schemas.microsoft.com/office/powerpoint/2010/main" val="24824543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 oszl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152000"/>
            <a:ext cx="2160000" cy="503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7" name="Élőláb helye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hu-HU" noProof="0" dirty="0"/>
          </a:p>
        </p:txBody>
      </p:sp>
      <p:sp>
        <p:nvSpPr>
          <p:cNvPr id="8" name="Dia számának helye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152525"/>
            <a:ext cx="2160588" cy="5038725"/>
          </a:xfrm>
        </p:spPr>
        <p:txBody>
          <a:bodyPr rtlCol="0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13" name="Szöveg helye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152525"/>
            <a:ext cx="2160588" cy="5038725"/>
          </a:xfrm>
        </p:spPr>
        <p:txBody>
          <a:bodyPr rtlCol="0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15" name="Szöveg helye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148060"/>
            <a:ext cx="2160588" cy="5038725"/>
          </a:xfrm>
        </p:spPr>
        <p:txBody>
          <a:bodyPr rtlCol="0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17" name="Szöveg helye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152525"/>
            <a:ext cx="2160588" cy="5038725"/>
          </a:xfrm>
        </p:spPr>
        <p:txBody>
          <a:bodyPr rtlCol="0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 és al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hu-HU" noProof="0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5" name="Szöveg helye 5">
            <a:extLst>
              <a:ext uri="{FF2B5EF4-FFF2-40B4-BE49-F238E27FC236}">
                <a16:creationId xmlns:a16="http://schemas.microsoft.com/office/drawing/2014/main" id="{4CF12D3B-4C36-4144-B243-946E3641FB9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hu-HU" noProof="0" dirty="0"/>
              <a:t>Alcím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ímdi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églalap 13">
            <a:extLst>
              <a:ext uri="{FF2B5EF4-FFF2-40B4-BE49-F238E27FC236}">
                <a16:creationId xmlns:a16="http://schemas.microsoft.com/office/drawing/2014/main" id="{A945F115-22EA-452C-BEFF-B86EC6B0D0B2}"/>
              </a:ext>
            </a:extLst>
          </p:cNvPr>
          <p:cNvSpPr/>
          <p:nvPr userDrawn="1"/>
        </p:nvSpPr>
        <p:spPr>
          <a:xfrm>
            <a:off x="6677617" y="107999"/>
            <a:ext cx="5400000" cy="6071501"/>
          </a:xfrm>
          <a:prstGeom prst="rect">
            <a:avLst/>
          </a:prstGeom>
          <a:gradFill>
            <a:gsLst>
              <a:gs pos="0">
                <a:srgbClr val="BB95C2"/>
              </a:gs>
              <a:gs pos="100000">
                <a:srgbClr val="EC9AC7"/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grpSp>
        <p:nvGrpSpPr>
          <p:cNvPr id="16" name="Csoport 15">
            <a:extLst>
              <a:ext uri="{FF2B5EF4-FFF2-40B4-BE49-F238E27FC236}">
                <a16:creationId xmlns:a16="http://schemas.microsoft.com/office/drawing/2014/main" id="{FCBD139D-0699-4BC5-B75A-A53F7BE6D9A6}"/>
              </a:ext>
            </a:extLst>
          </p:cNvPr>
          <p:cNvGrpSpPr/>
          <p:nvPr/>
        </p:nvGrpSpPr>
        <p:grpSpPr>
          <a:xfrm rot="4830719">
            <a:off x="6634200" y="724568"/>
            <a:ext cx="4776768" cy="4776768"/>
            <a:chOff x="2514599" y="1566862"/>
            <a:chExt cx="3810001" cy="3810001"/>
          </a:xfrm>
          <a:effectLst/>
          <a:scene3d>
            <a:camera prst="perspectiveHeroicExtremeLeftFacing"/>
            <a:lightRig rig="threePt" dir="t"/>
          </a:scene3d>
        </p:grpSpPr>
        <p:cxnSp>
          <p:nvCxnSpPr>
            <p:cNvPr id="20" name="Egyenes összekötő 19">
              <a:extLst>
                <a:ext uri="{FF2B5EF4-FFF2-40B4-BE49-F238E27FC236}">
                  <a16:creationId xmlns:a16="http://schemas.microsoft.com/office/drawing/2014/main" id="{75EAAF49-5654-4DCE-84C0-E8336BC12BD4}"/>
                </a:ext>
              </a:extLst>
            </p:cNvPr>
            <p:cNvCxnSpPr/>
            <p:nvPr/>
          </p:nvCxnSpPr>
          <p:spPr>
            <a:xfrm>
              <a:off x="2514600" y="1566862"/>
              <a:ext cx="0" cy="3809998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Egyenes összekötő 20">
              <a:extLst>
                <a:ext uri="{FF2B5EF4-FFF2-40B4-BE49-F238E27FC236}">
                  <a16:creationId xmlns:a16="http://schemas.microsoft.com/office/drawing/2014/main" id="{D9401B41-6E13-4546-8AAC-2728F89FAF76}"/>
                </a:ext>
              </a:extLst>
            </p:cNvPr>
            <p:cNvCxnSpPr/>
            <p:nvPr/>
          </p:nvCxnSpPr>
          <p:spPr>
            <a:xfrm>
              <a:off x="2895600" y="1566862"/>
              <a:ext cx="0" cy="3809998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gyenes összekötő 21">
              <a:extLst>
                <a:ext uri="{FF2B5EF4-FFF2-40B4-BE49-F238E27FC236}">
                  <a16:creationId xmlns:a16="http://schemas.microsoft.com/office/drawing/2014/main" id="{B7A76080-8F75-4B32-9114-880C87646FE2}"/>
                </a:ext>
              </a:extLst>
            </p:cNvPr>
            <p:cNvCxnSpPr/>
            <p:nvPr/>
          </p:nvCxnSpPr>
          <p:spPr>
            <a:xfrm>
              <a:off x="3276600" y="1566862"/>
              <a:ext cx="0" cy="3809998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Egyenes összekötő 22">
              <a:extLst>
                <a:ext uri="{FF2B5EF4-FFF2-40B4-BE49-F238E27FC236}">
                  <a16:creationId xmlns:a16="http://schemas.microsoft.com/office/drawing/2014/main" id="{BE2A1F8C-0406-4CB3-9869-26BA7E734D0F}"/>
                </a:ext>
              </a:extLst>
            </p:cNvPr>
            <p:cNvCxnSpPr/>
            <p:nvPr/>
          </p:nvCxnSpPr>
          <p:spPr>
            <a:xfrm>
              <a:off x="3657600" y="1566862"/>
              <a:ext cx="0" cy="3809998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gyenes összekötő 23">
              <a:extLst>
                <a:ext uri="{FF2B5EF4-FFF2-40B4-BE49-F238E27FC236}">
                  <a16:creationId xmlns:a16="http://schemas.microsoft.com/office/drawing/2014/main" id="{1C78EEFE-6C2B-4D69-B0E3-B2BF76325172}"/>
                </a:ext>
              </a:extLst>
            </p:cNvPr>
            <p:cNvCxnSpPr/>
            <p:nvPr/>
          </p:nvCxnSpPr>
          <p:spPr>
            <a:xfrm>
              <a:off x="4038600" y="1566862"/>
              <a:ext cx="0" cy="3809998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gyenes összekötő 24">
              <a:extLst>
                <a:ext uri="{FF2B5EF4-FFF2-40B4-BE49-F238E27FC236}">
                  <a16:creationId xmlns:a16="http://schemas.microsoft.com/office/drawing/2014/main" id="{43325AD3-62C5-4A8B-872A-F165A03A1635}"/>
                </a:ext>
              </a:extLst>
            </p:cNvPr>
            <p:cNvCxnSpPr/>
            <p:nvPr/>
          </p:nvCxnSpPr>
          <p:spPr>
            <a:xfrm>
              <a:off x="4419600" y="1566862"/>
              <a:ext cx="0" cy="3809998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gyenes összekötő 25">
              <a:extLst>
                <a:ext uri="{FF2B5EF4-FFF2-40B4-BE49-F238E27FC236}">
                  <a16:creationId xmlns:a16="http://schemas.microsoft.com/office/drawing/2014/main" id="{9493D3B8-5A11-4C86-B38B-627413AAB973}"/>
                </a:ext>
              </a:extLst>
            </p:cNvPr>
            <p:cNvCxnSpPr/>
            <p:nvPr/>
          </p:nvCxnSpPr>
          <p:spPr>
            <a:xfrm>
              <a:off x="4800600" y="1566862"/>
              <a:ext cx="0" cy="3809998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Egyenes összekötő 26">
              <a:extLst>
                <a:ext uri="{FF2B5EF4-FFF2-40B4-BE49-F238E27FC236}">
                  <a16:creationId xmlns:a16="http://schemas.microsoft.com/office/drawing/2014/main" id="{81801A13-B692-41ED-AFEC-E95D85AE8016}"/>
                </a:ext>
              </a:extLst>
            </p:cNvPr>
            <p:cNvCxnSpPr/>
            <p:nvPr/>
          </p:nvCxnSpPr>
          <p:spPr>
            <a:xfrm>
              <a:off x="5181600" y="1566862"/>
              <a:ext cx="0" cy="3809998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Egyenes összekötő 27">
              <a:extLst>
                <a:ext uri="{FF2B5EF4-FFF2-40B4-BE49-F238E27FC236}">
                  <a16:creationId xmlns:a16="http://schemas.microsoft.com/office/drawing/2014/main" id="{28895529-45F9-4DF2-926F-48ACB4710FB8}"/>
                </a:ext>
              </a:extLst>
            </p:cNvPr>
            <p:cNvCxnSpPr/>
            <p:nvPr/>
          </p:nvCxnSpPr>
          <p:spPr>
            <a:xfrm>
              <a:off x="5562600" y="1566862"/>
              <a:ext cx="0" cy="3809998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gyenes összekötő 28">
              <a:extLst>
                <a:ext uri="{FF2B5EF4-FFF2-40B4-BE49-F238E27FC236}">
                  <a16:creationId xmlns:a16="http://schemas.microsoft.com/office/drawing/2014/main" id="{897502D6-D65B-4CA1-90E3-765715D26AF6}"/>
                </a:ext>
              </a:extLst>
            </p:cNvPr>
            <p:cNvCxnSpPr/>
            <p:nvPr/>
          </p:nvCxnSpPr>
          <p:spPr>
            <a:xfrm>
              <a:off x="5943600" y="1566862"/>
              <a:ext cx="0" cy="3809998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gyenes összekötő 29">
              <a:extLst>
                <a:ext uri="{FF2B5EF4-FFF2-40B4-BE49-F238E27FC236}">
                  <a16:creationId xmlns:a16="http://schemas.microsoft.com/office/drawing/2014/main" id="{522FCDB9-11E7-4962-A63D-DBBBE2AFE5FB}"/>
                </a:ext>
              </a:extLst>
            </p:cNvPr>
            <p:cNvCxnSpPr/>
            <p:nvPr/>
          </p:nvCxnSpPr>
          <p:spPr>
            <a:xfrm>
              <a:off x="6324600" y="1566862"/>
              <a:ext cx="0" cy="3809998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Egyenes összekötő 30">
              <a:extLst>
                <a:ext uri="{FF2B5EF4-FFF2-40B4-BE49-F238E27FC236}">
                  <a16:creationId xmlns:a16="http://schemas.microsoft.com/office/drawing/2014/main" id="{AA5E4EA5-3CAD-4CBC-BDAA-2218A53D6A09}"/>
                </a:ext>
              </a:extLst>
            </p:cNvPr>
            <p:cNvCxnSpPr/>
            <p:nvPr/>
          </p:nvCxnSpPr>
          <p:spPr>
            <a:xfrm rot="5400000">
              <a:off x="4419598" y="-338136"/>
              <a:ext cx="0" cy="3809997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Egyenes összekötő 31">
              <a:extLst>
                <a:ext uri="{FF2B5EF4-FFF2-40B4-BE49-F238E27FC236}">
                  <a16:creationId xmlns:a16="http://schemas.microsoft.com/office/drawing/2014/main" id="{2B6971A7-8CB7-4298-84D5-AFC5ACB3E97C}"/>
                </a:ext>
              </a:extLst>
            </p:cNvPr>
            <p:cNvCxnSpPr/>
            <p:nvPr/>
          </p:nvCxnSpPr>
          <p:spPr>
            <a:xfrm rot="5400000">
              <a:off x="4419598" y="42864"/>
              <a:ext cx="0" cy="3809997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Egyenes összekötő 32">
              <a:extLst>
                <a:ext uri="{FF2B5EF4-FFF2-40B4-BE49-F238E27FC236}">
                  <a16:creationId xmlns:a16="http://schemas.microsoft.com/office/drawing/2014/main" id="{23D783FA-8529-4E60-926E-CD074AF08F80}"/>
                </a:ext>
              </a:extLst>
            </p:cNvPr>
            <p:cNvCxnSpPr/>
            <p:nvPr/>
          </p:nvCxnSpPr>
          <p:spPr>
            <a:xfrm rot="5400000">
              <a:off x="4419598" y="423864"/>
              <a:ext cx="0" cy="3809997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gyenes összekötő 33">
              <a:extLst>
                <a:ext uri="{FF2B5EF4-FFF2-40B4-BE49-F238E27FC236}">
                  <a16:creationId xmlns:a16="http://schemas.microsoft.com/office/drawing/2014/main" id="{CEEAF4AE-F667-4B32-BA58-C301ED6E8E15}"/>
                </a:ext>
              </a:extLst>
            </p:cNvPr>
            <p:cNvCxnSpPr/>
            <p:nvPr/>
          </p:nvCxnSpPr>
          <p:spPr>
            <a:xfrm rot="5400000">
              <a:off x="4419598" y="804864"/>
              <a:ext cx="0" cy="3809997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Egyenes összekötő 34">
              <a:extLst>
                <a:ext uri="{FF2B5EF4-FFF2-40B4-BE49-F238E27FC236}">
                  <a16:creationId xmlns:a16="http://schemas.microsoft.com/office/drawing/2014/main" id="{2B2D9C25-6081-4F9D-B4AC-59725F0DD9B3}"/>
                </a:ext>
              </a:extLst>
            </p:cNvPr>
            <p:cNvCxnSpPr/>
            <p:nvPr/>
          </p:nvCxnSpPr>
          <p:spPr>
            <a:xfrm rot="5400000">
              <a:off x="4419598" y="1185864"/>
              <a:ext cx="0" cy="3809997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Egyenes összekötő 35">
              <a:extLst>
                <a:ext uri="{FF2B5EF4-FFF2-40B4-BE49-F238E27FC236}">
                  <a16:creationId xmlns:a16="http://schemas.microsoft.com/office/drawing/2014/main" id="{52BF68F2-24DA-4128-9232-1F53DB96F072}"/>
                </a:ext>
              </a:extLst>
            </p:cNvPr>
            <p:cNvCxnSpPr/>
            <p:nvPr/>
          </p:nvCxnSpPr>
          <p:spPr>
            <a:xfrm rot="5400000">
              <a:off x="4419598" y="1566864"/>
              <a:ext cx="0" cy="3809997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Egyenes összekötő 36">
              <a:extLst>
                <a:ext uri="{FF2B5EF4-FFF2-40B4-BE49-F238E27FC236}">
                  <a16:creationId xmlns:a16="http://schemas.microsoft.com/office/drawing/2014/main" id="{9ECFB08D-85AF-471B-AD33-A0BBF6F266AC}"/>
                </a:ext>
              </a:extLst>
            </p:cNvPr>
            <p:cNvCxnSpPr/>
            <p:nvPr/>
          </p:nvCxnSpPr>
          <p:spPr>
            <a:xfrm rot="5400000">
              <a:off x="4419598" y="1947864"/>
              <a:ext cx="0" cy="3809997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Egyenes összekötő 37">
              <a:extLst>
                <a:ext uri="{FF2B5EF4-FFF2-40B4-BE49-F238E27FC236}">
                  <a16:creationId xmlns:a16="http://schemas.microsoft.com/office/drawing/2014/main" id="{E44B948A-1F29-4324-953B-E0D09728B752}"/>
                </a:ext>
              </a:extLst>
            </p:cNvPr>
            <p:cNvCxnSpPr/>
            <p:nvPr/>
          </p:nvCxnSpPr>
          <p:spPr>
            <a:xfrm rot="5400000">
              <a:off x="4419598" y="2328864"/>
              <a:ext cx="0" cy="3809997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Egyenes összekötő 38">
              <a:extLst>
                <a:ext uri="{FF2B5EF4-FFF2-40B4-BE49-F238E27FC236}">
                  <a16:creationId xmlns:a16="http://schemas.microsoft.com/office/drawing/2014/main" id="{C92E399E-43AF-4109-9D48-54C8E19777B3}"/>
                </a:ext>
              </a:extLst>
            </p:cNvPr>
            <p:cNvCxnSpPr/>
            <p:nvPr/>
          </p:nvCxnSpPr>
          <p:spPr>
            <a:xfrm rot="5400000">
              <a:off x="4419598" y="2709864"/>
              <a:ext cx="0" cy="3809997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Egyenes összekötő 39">
              <a:extLst>
                <a:ext uri="{FF2B5EF4-FFF2-40B4-BE49-F238E27FC236}">
                  <a16:creationId xmlns:a16="http://schemas.microsoft.com/office/drawing/2014/main" id="{AB01A614-15A0-4C2E-AB23-5989288BDFA9}"/>
                </a:ext>
              </a:extLst>
            </p:cNvPr>
            <p:cNvCxnSpPr/>
            <p:nvPr/>
          </p:nvCxnSpPr>
          <p:spPr>
            <a:xfrm rot="5400000">
              <a:off x="4419598" y="3090864"/>
              <a:ext cx="0" cy="3809997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Egyenes összekötő 40">
              <a:extLst>
                <a:ext uri="{FF2B5EF4-FFF2-40B4-BE49-F238E27FC236}">
                  <a16:creationId xmlns:a16="http://schemas.microsoft.com/office/drawing/2014/main" id="{B7CA8B13-21A9-4FD3-9002-18139B20E060}"/>
                </a:ext>
              </a:extLst>
            </p:cNvPr>
            <p:cNvCxnSpPr/>
            <p:nvPr/>
          </p:nvCxnSpPr>
          <p:spPr>
            <a:xfrm rot="5400000">
              <a:off x="4419598" y="3471864"/>
              <a:ext cx="0" cy="3809997"/>
            </a:xfrm>
            <a:prstGeom prst="line">
              <a:avLst/>
            </a:prstGeom>
            <a:ln w="12700">
              <a:solidFill>
                <a:srgbClr val="B5DC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37617" y="1933206"/>
            <a:ext cx="4680000" cy="2991588"/>
          </a:xfrm>
          <a:noFill/>
        </p:spPr>
        <p:txBody>
          <a:bodyPr wrap="square" rtlCol="0">
            <a:spAutoFit/>
            <a:scene3d>
              <a:camera prst="perspectiveContrastingLeftFacing" fov="6300000">
                <a:rot lat="20400000" lon="1200000" rev="0"/>
              </a:camera>
              <a:lightRig rig="chilly" dir="t"/>
            </a:scene3d>
            <a:sp3d extrusionH="196850" contourW="25400" prstMaterial="dkEdge">
              <a:bevelT w="44450" h="38100" prst="coolSlant"/>
              <a:bevelB w="82550" h="38100" prst="coolSlant"/>
              <a:contourClr>
                <a:schemeClr val="accent1">
                  <a:lumMod val="20000"/>
                  <a:lumOff val="80000"/>
                </a:schemeClr>
              </a:contourClr>
            </a:sp3d>
          </a:bodyPr>
          <a:lstStyle>
            <a:lvl1pPr>
              <a:defRPr lang="en-ZA" sz="7200" b="1" spc="-600" dirty="0">
                <a:gradFill>
                  <a:gsLst>
                    <a:gs pos="29000">
                      <a:schemeClr val="accent2">
                        <a:lumMod val="50000"/>
                      </a:schemeClr>
                    </a:gs>
                    <a:gs pos="55000">
                      <a:srgbClr val="A9E0ED"/>
                    </a:gs>
                    <a:gs pos="55000">
                      <a:schemeClr val="accent1">
                        <a:lumMod val="60000"/>
                        <a:lumOff val="40000"/>
                      </a:schemeClr>
                    </a:gs>
                    <a:gs pos="76000">
                      <a:schemeClr val="bg1"/>
                    </a:gs>
                  </a:gsLst>
                  <a:lin ang="5400000" scaled="1"/>
                </a:gradFill>
                <a:effectLst>
                  <a:glow rad="152400">
                    <a:srgbClr val="BADEDA">
                      <a:alpha val="40000"/>
                    </a:srgbClr>
                  </a:glow>
                  <a:outerShdw blurRad="25400" dist="25400" dir="2400000" algn="tl" rotWithShape="0">
                    <a:srgbClr val="BADEDA"/>
                  </a:outerShdw>
                </a:effectLst>
                <a:latin typeface="+mj-lt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marL="0" lvl="0" rtl="0"/>
            <a:r>
              <a:rPr lang="hu-HU" noProof="0" dirty="0"/>
              <a:t>A RETRÓ 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5922" y="5154839"/>
            <a:ext cx="4736077" cy="787411"/>
          </a:xfrm>
          <a:solidFill>
            <a:schemeClr val="tx1"/>
          </a:solidFill>
        </p:spPr>
        <p:txBody>
          <a:bodyPr lIns="180000" tIns="72000" rIns="180000" bIns="72000" rtlCol="0" anchor="ctr"/>
          <a:lstStyle>
            <a:lvl1pPr marL="0" indent="0"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hu-HU" noProof="0"/>
              <a:t>Kattintson ide az alcím mintájának szerkesztéséhez</a:t>
            </a:r>
            <a:endParaRPr lang="hu-HU" noProof="0" dirty="0"/>
          </a:p>
        </p:txBody>
      </p:sp>
      <p:sp>
        <p:nvSpPr>
          <p:cNvPr id="42" name="Egyenlő szárú háromszög 41">
            <a:extLst>
              <a:ext uri="{FF2B5EF4-FFF2-40B4-BE49-F238E27FC236}">
                <a16:creationId xmlns:a16="http://schemas.microsoft.com/office/drawing/2014/main" id="{F4E64290-5ADA-4894-8496-DE46331C2910}"/>
              </a:ext>
            </a:extLst>
          </p:cNvPr>
          <p:cNvSpPr/>
          <p:nvPr userDrawn="1"/>
        </p:nvSpPr>
        <p:spPr>
          <a:xfrm rot="10800000">
            <a:off x="2803689" y="2040344"/>
            <a:ext cx="740512" cy="503107"/>
          </a:xfrm>
          <a:prstGeom prst="triangle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43" name="Egyenlő szárú háromszög 42">
            <a:extLst>
              <a:ext uri="{FF2B5EF4-FFF2-40B4-BE49-F238E27FC236}">
                <a16:creationId xmlns:a16="http://schemas.microsoft.com/office/drawing/2014/main" id="{A3FE7ACA-32BB-4E3D-B271-8F185C3CD0EE}"/>
              </a:ext>
            </a:extLst>
          </p:cNvPr>
          <p:cNvSpPr/>
          <p:nvPr userDrawn="1"/>
        </p:nvSpPr>
        <p:spPr>
          <a:xfrm rot="10800000">
            <a:off x="2324207" y="2900399"/>
            <a:ext cx="1689239" cy="1147676"/>
          </a:xfrm>
          <a:prstGeom prst="triangle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44" name="Egyenlő szárú háromszög 43">
            <a:extLst>
              <a:ext uri="{FF2B5EF4-FFF2-40B4-BE49-F238E27FC236}">
                <a16:creationId xmlns:a16="http://schemas.microsoft.com/office/drawing/2014/main" id="{22823DFC-317B-4932-ABC6-21D5B262D756}"/>
              </a:ext>
            </a:extLst>
          </p:cNvPr>
          <p:cNvSpPr/>
          <p:nvPr userDrawn="1"/>
        </p:nvSpPr>
        <p:spPr>
          <a:xfrm>
            <a:off x="3748124" y="4263551"/>
            <a:ext cx="545742" cy="370779"/>
          </a:xfrm>
          <a:prstGeom prst="triangle">
            <a:avLst/>
          </a:pr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312997164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zakaszfejlé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zabadkézi sokszög: Alakzat 67">
            <a:extLst>
              <a:ext uri="{FF2B5EF4-FFF2-40B4-BE49-F238E27FC236}">
                <a16:creationId xmlns:a16="http://schemas.microsoft.com/office/drawing/2014/main" id="{2836D779-B379-4EF2-899C-33A74B679EEF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custGeom>
            <a:avLst/>
            <a:gdLst>
              <a:gd name="connsiteX0" fmla="*/ 108001 w 12192000"/>
              <a:gd name="connsiteY0" fmla="*/ 108000 h 6857999"/>
              <a:gd name="connsiteX1" fmla="*/ 108001 w 12192000"/>
              <a:gd name="connsiteY1" fmla="*/ 6749999 h 6857999"/>
              <a:gd name="connsiteX2" fmla="*/ 12084000 w 12192000"/>
              <a:gd name="connsiteY2" fmla="*/ 6749999 h 6857999"/>
              <a:gd name="connsiteX3" fmla="*/ 12084000 w 12192000"/>
              <a:gd name="connsiteY3" fmla="*/ 108000 h 6857999"/>
              <a:gd name="connsiteX4" fmla="*/ 0 w 12192000"/>
              <a:gd name="connsiteY4" fmla="*/ 0 h 6857999"/>
              <a:gd name="connsiteX5" fmla="*/ 1 w 12192000"/>
              <a:gd name="connsiteY5" fmla="*/ 0 h 6857999"/>
              <a:gd name="connsiteX6" fmla="*/ 12192000 w 12192000"/>
              <a:gd name="connsiteY6" fmla="*/ 0 h 6857999"/>
              <a:gd name="connsiteX7" fmla="*/ 12192000 w 12192000"/>
              <a:gd name="connsiteY7" fmla="*/ 6857999 h 6857999"/>
              <a:gd name="connsiteX8" fmla="*/ 1 w 12192000"/>
              <a:gd name="connsiteY8" fmla="*/ 6857999 h 6857999"/>
              <a:gd name="connsiteX9" fmla="*/ 0 w 12192000"/>
              <a:gd name="connsiteY9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6857999">
                <a:moveTo>
                  <a:pt x="108001" y="108000"/>
                </a:moveTo>
                <a:lnTo>
                  <a:pt x="108001" y="6749999"/>
                </a:lnTo>
                <a:lnTo>
                  <a:pt x="12084000" y="6749999"/>
                </a:lnTo>
                <a:lnTo>
                  <a:pt x="12084000" y="108000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2192000" y="0"/>
                </a:lnTo>
                <a:lnTo>
                  <a:pt x="12192000" y="6857999"/>
                </a:lnTo>
                <a:lnTo>
                  <a:pt x="1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pic>
        <p:nvPicPr>
          <p:cNvPr id="10" name="Kép 9" descr="Csillag a háttérben&#10;&#10;A leírás teljesen megbízható">
            <a:extLst>
              <a:ext uri="{FF2B5EF4-FFF2-40B4-BE49-F238E27FC236}">
                <a16:creationId xmlns:a16="http://schemas.microsoft.com/office/drawing/2014/main" id="{1EB78F37-ED4C-4686-AFCC-BF511BA527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75439" y="108745"/>
            <a:ext cx="5417792" cy="6635005"/>
          </a:xfrm>
          <a:prstGeom prst="rect">
            <a:avLst/>
          </a:prstGeom>
        </p:spPr>
      </p:pic>
      <p:grpSp>
        <p:nvGrpSpPr>
          <p:cNvPr id="45" name="Csoport 44">
            <a:extLst>
              <a:ext uri="{FF2B5EF4-FFF2-40B4-BE49-F238E27FC236}">
                <a16:creationId xmlns:a16="http://schemas.microsoft.com/office/drawing/2014/main" id="{00D551C8-4BF9-413C-A7A0-7C874EA0C1EB}"/>
              </a:ext>
            </a:extLst>
          </p:cNvPr>
          <p:cNvGrpSpPr/>
          <p:nvPr userDrawn="1"/>
        </p:nvGrpSpPr>
        <p:grpSpPr>
          <a:xfrm>
            <a:off x="7682767" y="1707806"/>
            <a:ext cx="3442387" cy="3442387"/>
            <a:chOff x="2514599" y="1566862"/>
            <a:chExt cx="3810001" cy="3810001"/>
          </a:xfrm>
          <a:effectLst>
            <a:glow rad="101600">
              <a:schemeClr val="accent2">
                <a:satMod val="175000"/>
                <a:alpha val="18000"/>
              </a:schemeClr>
            </a:glow>
          </a:effectLst>
        </p:grpSpPr>
        <p:cxnSp>
          <p:nvCxnSpPr>
            <p:cNvPr id="46" name="Egyenes összekötő 45">
              <a:extLst>
                <a:ext uri="{FF2B5EF4-FFF2-40B4-BE49-F238E27FC236}">
                  <a16:creationId xmlns:a16="http://schemas.microsoft.com/office/drawing/2014/main" id="{9B40F6CC-7795-4615-90F1-11497899DD3A}"/>
                </a:ext>
              </a:extLst>
            </p:cNvPr>
            <p:cNvCxnSpPr/>
            <p:nvPr/>
          </p:nvCxnSpPr>
          <p:spPr>
            <a:xfrm>
              <a:off x="2514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Egyenes összekötő 46">
              <a:extLst>
                <a:ext uri="{FF2B5EF4-FFF2-40B4-BE49-F238E27FC236}">
                  <a16:creationId xmlns:a16="http://schemas.microsoft.com/office/drawing/2014/main" id="{189DD442-0FCD-4DA1-84E0-2E386C66959A}"/>
                </a:ext>
              </a:extLst>
            </p:cNvPr>
            <p:cNvCxnSpPr/>
            <p:nvPr/>
          </p:nvCxnSpPr>
          <p:spPr>
            <a:xfrm>
              <a:off x="2895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Egyenes összekötő 47">
              <a:extLst>
                <a:ext uri="{FF2B5EF4-FFF2-40B4-BE49-F238E27FC236}">
                  <a16:creationId xmlns:a16="http://schemas.microsoft.com/office/drawing/2014/main" id="{6794EC30-C68F-4F8F-A11C-8A12D4C44359}"/>
                </a:ext>
              </a:extLst>
            </p:cNvPr>
            <p:cNvCxnSpPr/>
            <p:nvPr/>
          </p:nvCxnSpPr>
          <p:spPr>
            <a:xfrm>
              <a:off x="3276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Egyenes összekötő 48">
              <a:extLst>
                <a:ext uri="{FF2B5EF4-FFF2-40B4-BE49-F238E27FC236}">
                  <a16:creationId xmlns:a16="http://schemas.microsoft.com/office/drawing/2014/main" id="{299D75E9-9ABA-49DA-8C08-01690B2048D6}"/>
                </a:ext>
              </a:extLst>
            </p:cNvPr>
            <p:cNvCxnSpPr/>
            <p:nvPr/>
          </p:nvCxnSpPr>
          <p:spPr>
            <a:xfrm>
              <a:off x="3657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Egyenes összekötő 49">
              <a:extLst>
                <a:ext uri="{FF2B5EF4-FFF2-40B4-BE49-F238E27FC236}">
                  <a16:creationId xmlns:a16="http://schemas.microsoft.com/office/drawing/2014/main" id="{DEF629BA-5818-4F68-84E0-9709E53CCE12}"/>
                </a:ext>
              </a:extLst>
            </p:cNvPr>
            <p:cNvCxnSpPr/>
            <p:nvPr/>
          </p:nvCxnSpPr>
          <p:spPr>
            <a:xfrm>
              <a:off x="4038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gyenes összekötő 50">
              <a:extLst>
                <a:ext uri="{FF2B5EF4-FFF2-40B4-BE49-F238E27FC236}">
                  <a16:creationId xmlns:a16="http://schemas.microsoft.com/office/drawing/2014/main" id="{BE66E45C-2D7B-4E77-AB2D-087DD07929C9}"/>
                </a:ext>
              </a:extLst>
            </p:cNvPr>
            <p:cNvCxnSpPr/>
            <p:nvPr/>
          </p:nvCxnSpPr>
          <p:spPr>
            <a:xfrm>
              <a:off x="4419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Egyenes összekötő 51">
              <a:extLst>
                <a:ext uri="{FF2B5EF4-FFF2-40B4-BE49-F238E27FC236}">
                  <a16:creationId xmlns:a16="http://schemas.microsoft.com/office/drawing/2014/main" id="{AC559F57-DF51-477A-9664-F0A6E4593345}"/>
                </a:ext>
              </a:extLst>
            </p:cNvPr>
            <p:cNvCxnSpPr/>
            <p:nvPr/>
          </p:nvCxnSpPr>
          <p:spPr>
            <a:xfrm>
              <a:off x="4800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Egyenes összekötő 52">
              <a:extLst>
                <a:ext uri="{FF2B5EF4-FFF2-40B4-BE49-F238E27FC236}">
                  <a16:creationId xmlns:a16="http://schemas.microsoft.com/office/drawing/2014/main" id="{D81DE1A2-6CF2-4830-836F-E2B649B096AF}"/>
                </a:ext>
              </a:extLst>
            </p:cNvPr>
            <p:cNvCxnSpPr/>
            <p:nvPr/>
          </p:nvCxnSpPr>
          <p:spPr>
            <a:xfrm>
              <a:off x="5181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Egyenes összekötő 53">
              <a:extLst>
                <a:ext uri="{FF2B5EF4-FFF2-40B4-BE49-F238E27FC236}">
                  <a16:creationId xmlns:a16="http://schemas.microsoft.com/office/drawing/2014/main" id="{022986E8-9A85-40DF-88CF-4589415D686E}"/>
                </a:ext>
              </a:extLst>
            </p:cNvPr>
            <p:cNvCxnSpPr/>
            <p:nvPr/>
          </p:nvCxnSpPr>
          <p:spPr>
            <a:xfrm>
              <a:off x="5562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Egyenes összekötő 54">
              <a:extLst>
                <a:ext uri="{FF2B5EF4-FFF2-40B4-BE49-F238E27FC236}">
                  <a16:creationId xmlns:a16="http://schemas.microsoft.com/office/drawing/2014/main" id="{6A6F3BC4-5CDA-4ADE-8C98-B45EEEA9E822}"/>
                </a:ext>
              </a:extLst>
            </p:cNvPr>
            <p:cNvCxnSpPr/>
            <p:nvPr/>
          </p:nvCxnSpPr>
          <p:spPr>
            <a:xfrm>
              <a:off x="5943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Egyenes összekötő 55">
              <a:extLst>
                <a:ext uri="{FF2B5EF4-FFF2-40B4-BE49-F238E27FC236}">
                  <a16:creationId xmlns:a16="http://schemas.microsoft.com/office/drawing/2014/main" id="{ABB92487-E701-4906-B242-5E896B1FC968}"/>
                </a:ext>
              </a:extLst>
            </p:cNvPr>
            <p:cNvCxnSpPr/>
            <p:nvPr/>
          </p:nvCxnSpPr>
          <p:spPr>
            <a:xfrm>
              <a:off x="6324600" y="1566862"/>
              <a:ext cx="0" cy="3809998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Egyenes összekötő 56">
              <a:extLst>
                <a:ext uri="{FF2B5EF4-FFF2-40B4-BE49-F238E27FC236}">
                  <a16:creationId xmlns:a16="http://schemas.microsoft.com/office/drawing/2014/main" id="{8FFED390-C005-488A-801D-51F5E5D5E636}"/>
                </a:ext>
              </a:extLst>
            </p:cNvPr>
            <p:cNvCxnSpPr/>
            <p:nvPr/>
          </p:nvCxnSpPr>
          <p:spPr>
            <a:xfrm rot="5400000">
              <a:off x="4419598" y="-338136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Egyenes összekötő 57">
              <a:extLst>
                <a:ext uri="{FF2B5EF4-FFF2-40B4-BE49-F238E27FC236}">
                  <a16:creationId xmlns:a16="http://schemas.microsoft.com/office/drawing/2014/main" id="{C0ECF5DE-7D63-4E09-A990-9EFE8F3E2444}"/>
                </a:ext>
              </a:extLst>
            </p:cNvPr>
            <p:cNvCxnSpPr/>
            <p:nvPr/>
          </p:nvCxnSpPr>
          <p:spPr>
            <a:xfrm rot="5400000">
              <a:off x="4419598" y="42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Egyenes összekötő 58">
              <a:extLst>
                <a:ext uri="{FF2B5EF4-FFF2-40B4-BE49-F238E27FC236}">
                  <a16:creationId xmlns:a16="http://schemas.microsoft.com/office/drawing/2014/main" id="{66F82FBE-68FB-4DEB-8029-66924BDA4D1E}"/>
                </a:ext>
              </a:extLst>
            </p:cNvPr>
            <p:cNvCxnSpPr/>
            <p:nvPr/>
          </p:nvCxnSpPr>
          <p:spPr>
            <a:xfrm rot="5400000">
              <a:off x="4419598" y="423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Egyenes összekötő 59">
              <a:extLst>
                <a:ext uri="{FF2B5EF4-FFF2-40B4-BE49-F238E27FC236}">
                  <a16:creationId xmlns:a16="http://schemas.microsoft.com/office/drawing/2014/main" id="{D9E1BB4E-09B6-4106-BDE3-A38644EF47E1}"/>
                </a:ext>
              </a:extLst>
            </p:cNvPr>
            <p:cNvCxnSpPr/>
            <p:nvPr/>
          </p:nvCxnSpPr>
          <p:spPr>
            <a:xfrm rot="5400000">
              <a:off x="4419598" y="804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Egyenes összekötő 60">
              <a:extLst>
                <a:ext uri="{FF2B5EF4-FFF2-40B4-BE49-F238E27FC236}">
                  <a16:creationId xmlns:a16="http://schemas.microsoft.com/office/drawing/2014/main" id="{48FE8515-C6DF-47C8-B17B-D1488CFB34EB}"/>
                </a:ext>
              </a:extLst>
            </p:cNvPr>
            <p:cNvCxnSpPr/>
            <p:nvPr/>
          </p:nvCxnSpPr>
          <p:spPr>
            <a:xfrm rot="5400000">
              <a:off x="4419598" y="1185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Egyenes összekötő 61">
              <a:extLst>
                <a:ext uri="{FF2B5EF4-FFF2-40B4-BE49-F238E27FC236}">
                  <a16:creationId xmlns:a16="http://schemas.microsoft.com/office/drawing/2014/main" id="{E7D81FB4-C78B-4F71-83FF-F3BA73E121ED}"/>
                </a:ext>
              </a:extLst>
            </p:cNvPr>
            <p:cNvCxnSpPr/>
            <p:nvPr/>
          </p:nvCxnSpPr>
          <p:spPr>
            <a:xfrm rot="5400000">
              <a:off x="4419598" y="1566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Egyenes összekötő 62">
              <a:extLst>
                <a:ext uri="{FF2B5EF4-FFF2-40B4-BE49-F238E27FC236}">
                  <a16:creationId xmlns:a16="http://schemas.microsoft.com/office/drawing/2014/main" id="{FC6C6E5D-0A27-4FFE-8A9F-0B4550BE631B}"/>
                </a:ext>
              </a:extLst>
            </p:cNvPr>
            <p:cNvCxnSpPr/>
            <p:nvPr/>
          </p:nvCxnSpPr>
          <p:spPr>
            <a:xfrm rot="5400000">
              <a:off x="4419598" y="1947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Egyenes összekötő 63">
              <a:extLst>
                <a:ext uri="{FF2B5EF4-FFF2-40B4-BE49-F238E27FC236}">
                  <a16:creationId xmlns:a16="http://schemas.microsoft.com/office/drawing/2014/main" id="{E9C5B91D-89A8-4C76-B499-BEA540B1F253}"/>
                </a:ext>
              </a:extLst>
            </p:cNvPr>
            <p:cNvCxnSpPr/>
            <p:nvPr/>
          </p:nvCxnSpPr>
          <p:spPr>
            <a:xfrm rot="5400000">
              <a:off x="4419598" y="2328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Egyenes összekötő 64">
              <a:extLst>
                <a:ext uri="{FF2B5EF4-FFF2-40B4-BE49-F238E27FC236}">
                  <a16:creationId xmlns:a16="http://schemas.microsoft.com/office/drawing/2014/main" id="{A66B5249-941F-4ED5-8297-FB24511B0114}"/>
                </a:ext>
              </a:extLst>
            </p:cNvPr>
            <p:cNvCxnSpPr/>
            <p:nvPr/>
          </p:nvCxnSpPr>
          <p:spPr>
            <a:xfrm rot="5400000">
              <a:off x="4419598" y="2709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Egyenes összekötő 65">
              <a:extLst>
                <a:ext uri="{FF2B5EF4-FFF2-40B4-BE49-F238E27FC236}">
                  <a16:creationId xmlns:a16="http://schemas.microsoft.com/office/drawing/2014/main" id="{4B647CA6-2EEA-4936-AC3F-369D8F873A1D}"/>
                </a:ext>
              </a:extLst>
            </p:cNvPr>
            <p:cNvCxnSpPr/>
            <p:nvPr/>
          </p:nvCxnSpPr>
          <p:spPr>
            <a:xfrm rot="5400000">
              <a:off x="4419598" y="3090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:a16="http://schemas.microsoft.com/office/drawing/2014/main" id="{8CDA9DB4-338F-40E7-96CE-4D323CD63D2D}"/>
                </a:ext>
              </a:extLst>
            </p:cNvPr>
            <p:cNvCxnSpPr/>
            <p:nvPr/>
          </p:nvCxnSpPr>
          <p:spPr>
            <a:xfrm rot="5400000">
              <a:off x="4419598" y="3471864"/>
              <a:ext cx="0" cy="3809997"/>
            </a:xfrm>
            <a:prstGeom prst="line">
              <a:avLst/>
            </a:prstGeom>
            <a:ln w="1270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1">
                      <a:lumMod val="25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37617" y="2321292"/>
            <a:ext cx="4680000" cy="2215415"/>
          </a:xfrm>
          <a:noFill/>
        </p:spPr>
        <p:txBody>
          <a:bodyPr wrap="square" rtlCol="0">
            <a:spAutoFit/>
            <a:scene3d>
              <a:camera prst="perspectiveContrastingLeftFacing" fov="6300000">
                <a:rot lat="20400000" lon="1200000" rev="0"/>
              </a:camera>
              <a:lightRig rig="freezing" dir="t">
                <a:rot lat="0" lon="0" rev="600000"/>
              </a:lightRig>
            </a:scene3d>
            <a:sp3d extrusionH="196850" contourW="25400" prstMaterial="clear">
              <a:bevelT w="44450" h="38100" prst="relaxedInset"/>
              <a:bevelB w="82550" h="38100" prst="coolSlant"/>
              <a:contourClr>
                <a:schemeClr val="accent1">
                  <a:lumMod val="20000"/>
                  <a:lumOff val="80000"/>
                </a:schemeClr>
              </a:contourClr>
            </a:sp3d>
          </a:bodyPr>
          <a:lstStyle>
            <a:lvl1pPr>
              <a:defRPr lang="en-ZA" sz="7000" b="1" spc="-600" dirty="0">
                <a:gradFill>
                  <a:gsLst>
                    <a:gs pos="0">
                      <a:srgbClr val="C5ECF1"/>
                    </a:gs>
                    <a:gs pos="48000">
                      <a:srgbClr val="6FC0EF"/>
                    </a:gs>
                    <a:gs pos="48000">
                      <a:srgbClr val="235FA8"/>
                    </a:gs>
                    <a:gs pos="98230">
                      <a:schemeClr val="bg1"/>
                    </a:gs>
                    <a:gs pos="79000">
                      <a:srgbClr val="FDFCFC"/>
                    </a:gs>
                  </a:gsLst>
                  <a:lin ang="5400000" scaled="1"/>
                </a:gradFill>
                <a:effectLst>
                  <a:glow rad="152400">
                    <a:srgbClr val="7030A0">
                      <a:alpha val="40000"/>
                    </a:srgbClr>
                  </a:glow>
                  <a:outerShdw blurRad="25400" dist="25400" dir="2400000" algn="tl" rotWithShape="0">
                    <a:srgbClr val="FF0066"/>
                  </a:outerShdw>
                </a:effectLst>
                <a:latin typeface="Century Gothic" panose="020B0502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marL="0" lvl="0" rtl="0">
              <a:lnSpc>
                <a:spcPts val="9000"/>
              </a:lnSpc>
            </a:pPr>
            <a:r>
              <a:rPr lang="hu-HU" noProof="0" dirty="0"/>
              <a:t>A RETRÓ 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5922" y="5154839"/>
            <a:ext cx="4736077" cy="787411"/>
          </a:xfrm>
          <a:solidFill>
            <a:schemeClr val="tx1"/>
          </a:solidFill>
        </p:spPr>
        <p:txBody>
          <a:bodyPr vert="horz" lIns="180000" tIns="72000" rIns="180000" bIns="72000" rtlCol="0" anchor="ctr">
            <a:noAutofit/>
          </a:bodyPr>
          <a:lstStyle>
            <a:lvl1pPr marL="0" indent="0" algn="ctr">
              <a:buNone/>
              <a:defRPr lang="en-ZA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266700" lvl="0" indent="-266700" algn="ctr" rtl="0"/>
            <a:r>
              <a:rPr lang="hu-HU" noProof="0"/>
              <a:t>Kattintson ide az alcím mintájának szerkesztéséhez</a:t>
            </a:r>
            <a:endParaRPr lang="hu-HU" noProof="0" dirty="0"/>
          </a:p>
        </p:txBody>
      </p:sp>
      <p:sp>
        <p:nvSpPr>
          <p:cNvPr id="42" name="Egyenlő szárú háromszög 41">
            <a:extLst>
              <a:ext uri="{FF2B5EF4-FFF2-40B4-BE49-F238E27FC236}">
                <a16:creationId xmlns:a16="http://schemas.microsoft.com/office/drawing/2014/main" id="{F4E64290-5ADA-4894-8496-DE46331C2910}"/>
              </a:ext>
            </a:extLst>
          </p:cNvPr>
          <p:cNvSpPr/>
          <p:nvPr userDrawn="1"/>
        </p:nvSpPr>
        <p:spPr>
          <a:xfrm rot="10800000">
            <a:off x="9033704" y="321681"/>
            <a:ext cx="740512" cy="503107"/>
          </a:xfrm>
          <a:prstGeom prst="triangle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43" name="Egyenlő szárú háromszög 42">
            <a:extLst>
              <a:ext uri="{FF2B5EF4-FFF2-40B4-BE49-F238E27FC236}">
                <a16:creationId xmlns:a16="http://schemas.microsoft.com/office/drawing/2014/main" id="{A3FE7ACA-32BB-4E3D-B271-8F185C3CD0EE}"/>
              </a:ext>
            </a:extLst>
          </p:cNvPr>
          <p:cNvSpPr/>
          <p:nvPr userDrawn="1"/>
        </p:nvSpPr>
        <p:spPr>
          <a:xfrm rot="10800000">
            <a:off x="8559341" y="1181736"/>
            <a:ext cx="1689239" cy="1147676"/>
          </a:xfrm>
          <a:prstGeom prst="triangle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44" name="Egyenlő szárú háromszög 43">
            <a:extLst>
              <a:ext uri="{FF2B5EF4-FFF2-40B4-BE49-F238E27FC236}">
                <a16:creationId xmlns:a16="http://schemas.microsoft.com/office/drawing/2014/main" id="{22823DFC-317B-4932-ABC6-21D5B262D756}"/>
              </a:ext>
            </a:extLst>
          </p:cNvPr>
          <p:cNvSpPr/>
          <p:nvPr userDrawn="1"/>
        </p:nvSpPr>
        <p:spPr>
          <a:xfrm>
            <a:off x="9131089" y="6105745"/>
            <a:ext cx="545742" cy="370779"/>
          </a:xfrm>
          <a:prstGeom prst="triangle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104939707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1584000"/>
            <a:ext cx="5472000" cy="4608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10" name="Élőláb helye 9">
            <a:extLst>
              <a:ext uri="{FF2B5EF4-FFF2-40B4-BE49-F238E27FC236}">
                <a16:creationId xmlns:a16="http://schemas.microsoft.com/office/drawing/2014/main" id="{9337FD81-6DFD-43B7-A7D9-59E45ECDF3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hu-HU" noProof="0" dirty="0"/>
          </a:p>
        </p:txBody>
      </p:sp>
      <p:sp>
        <p:nvSpPr>
          <p:cNvPr id="11" name="Dia számának helye 10">
            <a:extLst>
              <a:ext uri="{FF2B5EF4-FFF2-40B4-BE49-F238E27FC236}">
                <a16:creationId xmlns:a16="http://schemas.microsoft.com/office/drawing/2014/main" id="{F17B7460-0559-435A-9C2F-1B12BC6CE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9" name="Ötszög 8" descr="Díszítő ötszög">
            <a:extLst>
              <a:ext uri="{FF2B5EF4-FFF2-40B4-BE49-F238E27FC236}">
                <a16:creationId xmlns:a16="http://schemas.microsoft.com/office/drawing/2014/main" id="{9CFDF63F-F228-483C-86A1-DA0EC8FF6AFA}"/>
              </a:ext>
            </a:extLst>
          </p:cNvPr>
          <p:cNvSpPr/>
          <p:nvPr userDrawn="1"/>
        </p:nvSpPr>
        <p:spPr>
          <a:xfrm rot="20343812">
            <a:off x="4203000" y="4958316"/>
            <a:ext cx="1756955" cy="1673292"/>
          </a:xfrm>
          <a:prstGeom prst="pentagon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3" name="Ötszög 12" descr="Díszítő ötszög">
            <a:extLst>
              <a:ext uri="{FF2B5EF4-FFF2-40B4-BE49-F238E27FC236}">
                <a16:creationId xmlns:a16="http://schemas.microsoft.com/office/drawing/2014/main" id="{C67F7F63-2B40-4EA2-AAA1-0C079C3CAE8B}"/>
              </a:ext>
            </a:extLst>
          </p:cNvPr>
          <p:cNvSpPr/>
          <p:nvPr userDrawn="1"/>
        </p:nvSpPr>
        <p:spPr>
          <a:xfrm rot="9580640">
            <a:off x="5319672" y="4767992"/>
            <a:ext cx="1189880" cy="1133219"/>
          </a:xfrm>
          <a:prstGeom prst="pentagon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4" name="Ötszög 13" descr="Díszítő ötszög">
            <a:extLst>
              <a:ext uri="{FF2B5EF4-FFF2-40B4-BE49-F238E27FC236}">
                <a16:creationId xmlns:a16="http://schemas.microsoft.com/office/drawing/2014/main" id="{A8DAE09D-74D4-443E-BAE5-7F5C4C87E346}"/>
              </a:ext>
            </a:extLst>
          </p:cNvPr>
          <p:cNvSpPr/>
          <p:nvPr userDrawn="1"/>
        </p:nvSpPr>
        <p:spPr>
          <a:xfrm rot="14352768">
            <a:off x="10166922" y="839584"/>
            <a:ext cx="757111" cy="721058"/>
          </a:xfrm>
          <a:prstGeom prst="pentagon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5" name="Ötszög 14" descr="Díszítő ötszög">
            <a:extLst>
              <a:ext uri="{FF2B5EF4-FFF2-40B4-BE49-F238E27FC236}">
                <a16:creationId xmlns:a16="http://schemas.microsoft.com/office/drawing/2014/main" id="{38616A45-E00B-4F8A-9731-69E7E8979C7C}"/>
              </a:ext>
            </a:extLst>
          </p:cNvPr>
          <p:cNvSpPr/>
          <p:nvPr userDrawn="1"/>
        </p:nvSpPr>
        <p:spPr>
          <a:xfrm rot="6795563">
            <a:off x="10691432" y="717562"/>
            <a:ext cx="406272" cy="386926"/>
          </a:xfrm>
          <a:prstGeom prst="pentagon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6" name="Ötszög 15" descr="Díszítő ötszög">
            <a:extLst>
              <a:ext uri="{FF2B5EF4-FFF2-40B4-BE49-F238E27FC236}">
                <a16:creationId xmlns:a16="http://schemas.microsoft.com/office/drawing/2014/main" id="{7AFDA987-4A5F-43E3-9E79-4B55AB7F27A7}"/>
              </a:ext>
            </a:extLst>
          </p:cNvPr>
          <p:cNvSpPr/>
          <p:nvPr userDrawn="1"/>
        </p:nvSpPr>
        <p:spPr>
          <a:xfrm rot="6795563">
            <a:off x="11499862" y="319403"/>
            <a:ext cx="139300" cy="132667"/>
          </a:xfrm>
          <a:prstGeom prst="pentagon">
            <a:avLst/>
          </a:prstGeom>
          <a:solidFill>
            <a:srgbClr val="9F759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BFCA193A-09AA-4164-9400-3CD9F4ACE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101943" y="1978147"/>
            <a:ext cx="0" cy="2368624"/>
          </a:xfrm>
          <a:prstGeom prst="line">
            <a:avLst/>
          </a:prstGeom>
          <a:ln>
            <a:solidFill>
              <a:srgbClr val="DFAA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 helye 4">
            <a:extLst>
              <a:ext uri="{FF2B5EF4-FFF2-40B4-BE49-F238E27FC236}">
                <a16:creationId xmlns:a16="http://schemas.microsoft.com/office/drawing/2014/main" id="{2DE808D1-4CE0-494C-8377-D861C12703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99887" y="1152000"/>
            <a:ext cx="5472113" cy="3600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400" b="1"/>
            </a:lvl1pPr>
          </a:lstStyle>
          <a:p>
            <a:pPr marL="0" lvl="0" indent="0" rtl="0">
              <a:buNone/>
            </a:pPr>
            <a:r>
              <a:rPr lang="hu-HU" noProof="0"/>
              <a:t>Mintaszöveg szerkesztése</a:t>
            </a:r>
          </a:p>
        </p:txBody>
      </p:sp>
      <p:sp>
        <p:nvSpPr>
          <p:cNvPr id="19" name="Tartalom helye 5">
            <a:extLst>
              <a:ext uri="{FF2B5EF4-FFF2-40B4-BE49-F238E27FC236}">
                <a16:creationId xmlns:a16="http://schemas.microsoft.com/office/drawing/2014/main" id="{23DA5241-919D-4172-8D3A-EFB856CE58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99887" y="1581663"/>
            <a:ext cx="5472113" cy="4608000"/>
          </a:xfrm>
        </p:spPr>
        <p:txBody>
          <a:bodyPr rtlCol="0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11535256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Ötszög 6" descr="Díszítő ötszög">
            <a:extLst>
              <a:ext uri="{FF2B5EF4-FFF2-40B4-BE49-F238E27FC236}">
                <a16:creationId xmlns:a16="http://schemas.microsoft.com/office/drawing/2014/main" id="{9C883D39-C546-456C-929E-786641BD7381}"/>
              </a:ext>
            </a:extLst>
          </p:cNvPr>
          <p:cNvSpPr/>
          <p:nvPr userDrawn="1"/>
        </p:nvSpPr>
        <p:spPr>
          <a:xfrm rot="20343812">
            <a:off x="4203000" y="4958316"/>
            <a:ext cx="1756955" cy="1673292"/>
          </a:xfrm>
          <a:prstGeom prst="pentagon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8" name="Ötszög 7" descr="Díszítő ötszög">
            <a:extLst>
              <a:ext uri="{FF2B5EF4-FFF2-40B4-BE49-F238E27FC236}">
                <a16:creationId xmlns:a16="http://schemas.microsoft.com/office/drawing/2014/main" id="{BEA967A8-A437-4F5D-B257-FD192612A24C}"/>
              </a:ext>
            </a:extLst>
          </p:cNvPr>
          <p:cNvSpPr/>
          <p:nvPr userDrawn="1"/>
        </p:nvSpPr>
        <p:spPr>
          <a:xfrm rot="9580640">
            <a:off x="5319672" y="4767992"/>
            <a:ext cx="1189880" cy="1133219"/>
          </a:xfrm>
          <a:prstGeom prst="pentagon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9" name="Ötszög 8" descr="Díszítő ötszög">
            <a:extLst>
              <a:ext uri="{FF2B5EF4-FFF2-40B4-BE49-F238E27FC236}">
                <a16:creationId xmlns:a16="http://schemas.microsoft.com/office/drawing/2014/main" id="{342ADD6F-D7B3-466A-BC8C-AA5089DC8B49}"/>
              </a:ext>
            </a:extLst>
          </p:cNvPr>
          <p:cNvSpPr/>
          <p:nvPr userDrawn="1"/>
        </p:nvSpPr>
        <p:spPr>
          <a:xfrm rot="14352768">
            <a:off x="10166922" y="839584"/>
            <a:ext cx="757111" cy="721058"/>
          </a:xfrm>
          <a:prstGeom prst="pentagon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0" name="Ötszög 9" descr="Díszítő ötszög">
            <a:extLst>
              <a:ext uri="{FF2B5EF4-FFF2-40B4-BE49-F238E27FC236}">
                <a16:creationId xmlns:a16="http://schemas.microsoft.com/office/drawing/2014/main" id="{9B25C1BD-0E4D-4C06-9457-D52D1FC5A67F}"/>
              </a:ext>
            </a:extLst>
          </p:cNvPr>
          <p:cNvSpPr/>
          <p:nvPr userDrawn="1"/>
        </p:nvSpPr>
        <p:spPr>
          <a:xfrm rot="6795563">
            <a:off x="10691432" y="717562"/>
            <a:ext cx="406272" cy="386926"/>
          </a:xfrm>
          <a:prstGeom prst="pentagon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1" name="Ötszög 10" descr="Díszítő ötszög">
            <a:extLst>
              <a:ext uri="{FF2B5EF4-FFF2-40B4-BE49-F238E27FC236}">
                <a16:creationId xmlns:a16="http://schemas.microsoft.com/office/drawing/2014/main" id="{9404625F-67F0-48C0-AB4A-0D13E571D24B}"/>
              </a:ext>
            </a:extLst>
          </p:cNvPr>
          <p:cNvSpPr/>
          <p:nvPr userDrawn="1"/>
        </p:nvSpPr>
        <p:spPr>
          <a:xfrm rot="6795563">
            <a:off x="11499862" y="319403"/>
            <a:ext cx="139300" cy="132667"/>
          </a:xfrm>
          <a:prstGeom prst="pentagon">
            <a:avLst/>
          </a:prstGeom>
          <a:solidFill>
            <a:srgbClr val="9F759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380D91F-8335-4C39-A703-5F4EE36875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hu-HU" noProof="0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DB88685-006A-43C3-A850-F409CF02FC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9FACD5E-7735-4201-A673-C1293B32C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125549785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Ötszög 6" descr="Díszítő ötszög">
            <a:extLst>
              <a:ext uri="{FF2B5EF4-FFF2-40B4-BE49-F238E27FC236}">
                <a16:creationId xmlns:a16="http://schemas.microsoft.com/office/drawing/2014/main" id="{9C883D39-C546-456C-929E-786641BD7381}"/>
              </a:ext>
            </a:extLst>
          </p:cNvPr>
          <p:cNvSpPr/>
          <p:nvPr userDrawn="1"/>
        </p:nvSpPr>
        <p:spPr>
          <a:xfrm rot="20343812">
            <a:off x="4203000" y="4958316"/>
            <a:ext cx="1756955" cy="1673292"/>
          </a:xfrm>
          <a:prstGeom prst="pentagon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8" name="Ötszög 7" descr="Díszítő ötszög">
            <a:extLst>
              <a:ext uri="{FF2B5EF4-FFF2-40B4-BE49-F238E27FC236}">
                <a16:creationId xmlns:a16="http://schemas.microsoft.com/office/drawing/2014/main" id="{BEA967A8-A437-4F5D-B257-FD192612A24C}"/>
              </a:ext>
            </a:extLst>
          </p:cNvPr>
          <p:cNvSpPr/>
          <p:nvPr userDrawn="1"/>
        </p:nvSpPr>
        <p:spPr>
          <a:xfrm rot="9580640">
            <a:off x="5319672" y="4767992"/>
            <a:ext cx="1189880" cy="1133219"/>
          </a:xfrm>
          <a:prstGeom prst="pentagon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9" name="Ötszög 8" descr="Díszítő ötszög">
            <a:extLst>
              <a:ext uri="{FF2B5EF4-FFF2-40B4-BE49-F238E27FC236}">
                <a16:creationId xmlns:a16="http://schemas.microsoft.com/office/drawing/2014/main" id="{342ADD6F-D7B3-466A-BC8C-AA5089DC8B49}"/>
              </a:ext>
            </a:extLst>
          </p:cNvPr>
          <p:cNvSpPr/>
          <p:nvPr userDrawn="1"/>
        </p:nvSpPr>
        <p:spPr>
          <a:xfrm rot="14352768">
            <a:off x="10166922" y="839584"/>
            <a:ext cx="757111" cy="721058"/>
          </a:xfrm>
          <a:prstGeom prst="pentagon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0" name="Ötszög 9" descr="Díszítő ötszög">
            <a:extLst>
              <a:ext uri="{FF2B5EF4-FFF2-40B4-BE49-F238E27FC236}">
                <a16:creationId xmlns:a16="http://schemas.microsoft.com/office/drawing/2014/main" id="{9B25C1BD-0E4D-4C06-9457-D52D1FC5A67F}"/>
              </a:ext>
            </a:extLst>
          </p:cNvPr>
          <p:cNvSpPr/>
          <p:nvPr userDrawn="1"/>
        </p:nvSpPr>
        <p:spPr>
          <a:xfrm rot="6795563">
            <a:off x="10691432" y="717562"/>
            <a:ext cx="406272" cy="386926"/>
          </a:xfrm>
          <a:prstGeom prst="pentagon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1" name="Ötszög 10" descr="Díszítő ötszög">
            <a:extLst>
              <a:ext uri="{FF2B5EF4-FFF2-40B4-BE49-F238E27FC236}">
                <a16:creationId xmlns:a16="http://schemas.microsoft.com/office/drawing/2014/main" id="{9404625F-67F0-48C0-AB4A-0D13E571D24B}"/>
              </a:ext>
            </a:extLst>
          </p:cNvPr>
          <p:cNvSpPr/>
          <p:nvPr userDrawn="1"/>
        </p:nvSpPr>
        <p:spPr>
          <a:xfrm rot="6795563">
            <a:off x="11499862" y="319403"/>
            <a:ext cx="139300" cy="132667"/>
          </a:xfrm>
          <a:prstGeom prst="pentagon">
            <a:avLst/>
          </a:prstGeom>
          <a:solidFill>
            <a:srgbClr val="9F759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380D91F-8335-4C39-A703-5F4EE36875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hu-HU" noProof="0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DB88685-006A-43C3-A850-F409CF02FC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0656A78A-2095-49B7-B41C-CAEE526DC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13" name="Szöveg helye 3">
            <a:extLst>
              <a:ext uri="{FF2B5EF4-FFF2-40B4-BE49-F238E27FC236}">
                <a16:creationId xmlns:a16="http://schemas.microsoft.com/office/drawing/2014/main" id="{B4F63BC6-4C4E-4F33-A438-5D4DAF8FF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14" name="Tartalom helye 2">
            <a:extLst>
              <a:ext uri="{FF2B5EF4-FFF2-40B4-BE49-F238E27FC236}">
                <a16:creationId xmlns:a16="http://schemas.microsoft.com/office/drawing/2014/main" id="{F721BB8D-FE11-4B7F-A4C5-0C45B6029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1415160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Ötszög 6" descr="Díszítő ötszög">
            <a:extLst>
              <a:ext uri="{FF2B5EF4-FFF2-40B4-BE49-F238E27FC236}">
                <a16:creationId xmlns:a16="http://schemas.microsoft.com/office/drawing/2014/main" id="{9C883D39-C546-456C-929E-786641BD7381}"/>
              </a:ext>
            </a:extLst>
          </p:cNvPr>
          <p:cNvSpPr/>
          <p:nvPr userDrawn="1"/>
        </p:nvSpPr>
        <p:spPr>
          <a:xfrm rot="20343812">
            <a:off x="4203000" y="4958316"/>
            <a:ext cx="1756955" cy="1673292"/>
          </a:xfrm>
          <a:prstGeom prst="pentagon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8" name="Ötszög 7" descr="Díszítő ötszög">
            <a:extLst>
              <a:ext uri="{FF2B5EF4-FFF2-40B4-BE49-F238E27FC236}">
                <a16:creationId xmlns:a16="http://schemas.microsoft.com/office/drawing/2014/main" id="{BEA967A8-A437-4F5D-B257-FD192612A24C}"/>
              </a:ext>
            </a:extLst>
          </p:cNvPr>
          <p:cNvSpPr/>
          <p:nvPr userDrawn="1"/>
        </p:nvSpPr>
        <p:spPr>
          <a:xfrm rot="9580640">
            <a:off x="5319672" y="4767992"/>
            <a:ext cx="1189880" cy="1133219"/>
          </a:xfrm>
          <a:prstGeom prst="pentagon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9" name="Ötszög 8" descr="Díszítő ötszög">
            <a:extLst>
              <a:ext uri="{FF2B5EF4-FFF2-40B4-BE49-F238E27FC236}">
                <a16:creationId xmlns:a16="http://schemas.microsoft.com/office/drawing/2014/main" id="{342ADD6F-D7B3-466A-BC8C-AA5089DC8B49}"/>
              </a:ext>
            </a:extLst>
          </p:cNvPr>
          <p:cNvSpPr/>
          <p:nvPr userDrawn="1"/>
        </p:nvSpPr>
        <p:spPr>
          <a:xfrm rot="14352768">
            <a:off x="10166922" y="839584"/>
            <a:ext cx="757111" cy="721058"/>
          </a:xfrm>
          <a:prstGeom prst="pentagon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0" name="Ötszög 9" descr="Díszítő ötszög">
            <a:extLst>
              <a:ext uri="{FF2B5EF4-FFF2-40B4-BE49-F238E27FC236}">
                <a16:creationId xmlns:a16="http://schemas.microsoft.com/office/drawing/2014/main" id="{9B25C1BD-0E4D-4C06-9457-D52D1FC5A67F}"/>
              </a:ext>
            </a:extLst>
          </p:cNvPr>
          <p:cNvSpPr/>
          <p:nvPr userDrawn="1"/>
        </p:nvSpPr>
        <p:spPr>
          <a:xfrm rot="6795563">
            <a:off x="10691432" y="717562"/>
            <a:ext cx="406272" cy="386926"/>
          </a:xfrm>
          <a:prstGeom prst="pentagon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1" name="Ötszög 10" descr="Díszítő ötszög">
            <a:extLst>
              <a:ext uri="{FF2B5EF4-FFF2-40B4-BE49-F238E27FC236}">
                <a16:creationId xmlns:a16="http://schemas.microsoft.com/office/drawing/2014/main" id="{9404625F-67F0-48C0-AB4A-0D13E571D24B}"/>
              </a:ext>
            </a:extLst>
          </p:cNvPr>
          <p:cNvSpPr/>
          <p:nvPr userDrawn="1"/>
        </p:nvSpPr>
        <p:spPr>
          <a:xfrm rot="6795563">
            <a:off x="11499862" y="319403"/>
            <a:ext cx="139300" cy="132667"/>
          </a:xfrm>
          <a:prstGeom prst="pentagon">
            <a:avLst/>
          </a:prstGeom>
          <a:solidFill>
            <a:srgbClr val="9F759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380D91F-8335-4C39-A703-5F4EE36875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hu-HU" noProof="0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DB88685-006A-43C3-A850-F409CF02FC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4A169961-3E13-46E0-A5A9-4B9363FA3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13" name="Szöveg helye 3">
            <a:extLst>
              <a:ext uri="{FF2B5EF4-FFF2-40B4-BE49-F238E27FC236}">
                <a16:creationId xmlns:a16="http://schemas.microsoft.com/office/drawing/2014/main" id="{AA10E804-9793-4058-9C4E-69337CBCED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14" name="Kép helyőrzője 2">
            <a:extLst>
              <a:ext uri="{FF2B5EF4-FFF2-40B4-BE49-F238E27FC236}">
                <a16:creationId xmlns:a16="http://schemas.microsoft.com/office/drawing/2014/main" id="{7B465D63-4FBE-45A8-A1B3-0D4DC0C8B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rtlCol="0"/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292926638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Ötszög 6" descr="Díszítő ötszög">
            <a:extLst>
              <a:ext uri="{FF2B5EF4-FFF2-40B4-BE49-F238E27FC236}">
                <a16:creationId xmlns:a16="http://schemas.microsoft.com/office/drawing/2014/main" id="{9C883D39-C546-456C-929E-786641BD7381}"/>
              </a:ext>
            </a:extLst>
          </p:cNvPr>
          <p:cNvSpPr/>
          <p:nvPr userDrawn="1"/>
        </p:nvSpPr>
        <p:spPr>
          <a:xfrm rot="20343812">
            <a:off x="4203000" y="4958316"/>
            <a:ext cx="1756955" cy="1673292"/>
          </a:xfrm>
          <a:prstGeom prst="pentagon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8" name="Ötszög 7" descr="Díszítő ötszög">
            <a:extLst>
              <a:ext uri="{FF2B5EF4-FFF2-40B4-BE49-F238E27FC236}">
                <a16:creationId xmlns:a16="http://schemas.microsoft.com/office/drawing/2014/main" id="{BEA967A8-A437-4F5D-B257-FD192612A24C}"/>
              </a:ext>
            </a:extLst>
          </p:cNvPr>
          <p:cNvSpPr/>
          <p:nvPr userDrawn="1"/>
        </p:nvSpPr>
        <p:spPr>
          <a:xfrm rot="9580640">
            <a:off x="5319672" y="4767992"/>
            <a:ext cx="1189880" cy="1133219"/>
          </a:xfrm>
          <a:prstGeom prst="pentagon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9" name="Ötszög 8" descr="Díszítő ötszög">
            <a:extLst>
              <a:ext uri="{FF2B5EF4-FFF2-40B4-BE49-F238E27FC236}">
                <a16:creationId xmlns:a16="http://schemas.microsoft.com/office/drawing/2014/main" id="{342ADD6F-D7B3-466A-BC8C-AA5089DC8B49}"/>
              </a:ext>
            </a:extLst>
          </p:cNvPr>
          <p:cNvSpPr/>
          <p:nvPr userDrawn="1"/>
        </p:nvSpPr>
        <p:spPr>
          <a:xfrm rot="14352768">
            <a:off x="10166922" y="839584"/>
            <a:ext cx="757111" cy="721058"/>
          </a:xfrm>
          <a:prstGeom prst="pentagon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0" name="Ötszög 9" descr="Díszítő ötszög">
            <a:extLst>
              <a:ext uri="{FF2B5EF4-FFF2-40B4-BE49-F238E27FC236}">
                <a16:creationId xmlns:a16="http://schemas.microsoft.com/office/drawing/2014/main" id="{9B25C1BD-0E4D-4C06-9457-D52D1FC5A67F}"/>
              </a:ext>
            </a:extLst>
          </p:cNvPr>
          <p:cNvSpPr/>
          <p:nvPr userDrawn="1"/>
        </p:nvSpPr>
        <p:spPr>
          <a:xfrm rot="6795563">
            <a:off x="10691432" y="717562"/>
            <a:ext cx="406272" cy="386926"/>
          </a:xfrm>
          <a:prstGeom prst="pentagon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1" name="Ötszög 10" descr="Díszítő ötszög">
            <a:extLst>
              <a:ext uri="{FF2B5EF4-FFF2-40B4-BE49-F238E27FC236}">
                <a16:creationId xmlns:a16="http://schemas.microsoft.com/office/drawing/2014/main" id="{9404625F-67F0-48C0-AB4A-0D13E571D24B}"/>
              </a:ext>
            </a:extLst>
          </p:cNvPr>
          <p:cNvSpPr/>
          <p:nvPr userDrawn="1"/>
        </p:nvSpPr>
        <p:spPr>
          <a:xfrm rot="6795563">
            <a:off x="11499862" y="319403"/>
            <a:ext cx="139300" cy="132667"/>
          </a:xfrm>
          <a:prstGeom prst="pentagon">
            <a:avLst/>
          </a:prstGeom>
          <a:solidFill>
            <a:srgbClr val="9F759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380D91F-8335-4C39-A703-5F4EE36875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hu-HU" noProof="0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DB88685-006A-43C3-A850-F409CF02FC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4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smtClean="0"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hu-H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DED89373-9DDD-B5FC-2203-BD8CF2665249}"/>
              </a:ext>
            </a:extLst>
          </p:cNvPr>
          <p:cNvSpPr/>
          <p:nvPr userDrawn="1"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9" name="Szabadkézi sokszög: Alakzat 6">
            <a:extLst>
              <a:ext uri="{FF2B5EF4-FFF2-40B4-BE49-F238E27FC236}">
                <a16:creationId xmlns:a16="http://schemas.microsoft.com/office/drawing/2014/main" id="{381A0709-B2BD-1856-1F32-4F6A9EADE884}"/>
              </a:ext>
            </a:extLst>
          </p:cNvPr>
          <p:cNvSpPr/>
          <p:nvPr userDrawn="1"/>
        </p:nvSpPr>
        <p:spPr>
          <a:xfrm>
            <a:off x="-2" y="-508000"/>
            <a:ext cx="12192002" cy="7365999"/>
          </a:xfrm>
          <a:custGeom>
            <a:avLst/>
            <a:gdLst>
              <a:gd name="connsiteX0" fmla="*/ 108003 w 12207886"/>
              <a:gd name="connsiteY0" fmla="*/ 108001 h 6858000"/>
              <a:gd name="connsiteX1" fmla="*/ 108003 w 12207886"/>
              <a:gd name="connsiteY1" fmla="*/ 6750000 h 6858000"/>
              <a:gd name="connsiteX2" fmla="*/ 12084002 w 12207886"/>
              <a:gd name="connsiteY2" fmla="*/ 6750000 h 6858000"/>
              <a:gd name="connsiteX3" fmla="*/ 12084002 w 12207886"/>
              <a:gd name="connsiteY3" fmla="*/ 108001 h 6858000"/>
              <a:gd name="connsiteX4" fmla="*/ 12084002 w 12207886"/>
              <a:gd name="connsiteY4" fmla="*/ 0 h 6858000"/>
              <a:gd name="connsiteX5" fmla="*/ 12192002 w 12207886"/>
              <a:gd name="connsiteY5" fmla="*/ 0 h 6858000"/>
              <a:gd name="connsiteX6" fmla="*/ 12192002 w 12207886"/>
              <a:gd name="connsiteY6" fmla="*/ 1 h 6858000"/>
              <a:gd name="connsiteX7" fmla="*/ 12207884 w 12207886"/>
              <a:gd name="connsiteY7" fmla="*/ 1 h 6858000"/>
              <a:gd name="connsiteX8" fmla="*/ 12207884 w 12207886"/>
              <a:gd name="connsiteY8" fmla="*/ 108001 h 6858000"/>
              <a:gd name="connsiteX9" fmla="*/ 12192002 w 12207886"/>
              <a:gd name="connsiteY9" fmla="*/ 108001 h 6858000"/>
              <a:gd name="connsiteX10" fmla="*/ 12192002 w 12207886"/>
              <a:gd name="connsiteY10" fmla="*/ 6750000 h 6858000"/>
              <a:gd name="connsiteX11" fmla="*/ 12207886 w 12207886"/>
              <a:gd name="connsiteY11" fmla="*/ 6750000 h 6858000"/>
              <a:gd name="connsiteX12" fmla="*/ 12207886 w 12207886"/>
              <a:gd name="connsiteY12" fmla="*/ 6858000 h 6858000"/>
              <a:gd name="connsiteX13" fmla="*/ 12192002 w 12207886"/>
              <a:gd name="connsiteY13" fmla="*/ 6858000 h 6858000"/>
              <a:gd name="connsiteX14" fmla="*/ 12192002 w 12207886"/>
              <a:gd name="connsiteY14" fmla="*/ 6858000 h 6858000"/>
              <a:gd name="connsiteX15" fmla="*/ 12084002 w 12207886"/>
              <a:gd name="connsiteY15" fmla="*/ 6858000 h 6858000"/>
              <a:gd name="connsiteX16" fmla="*/ 12084002 w 12207886"/>
              <a:gd name="connsiteY16" fmla="*/ 6858000 h 6858000"/>
              <a:gd name="connsiteX17" fmla="*/ 108003 w 12207886"/>
              <a:gd name="connsiteY17" fmla="*/ 6858000 h 6858000"/>
              <a:gd name="connsiteX18" fmla="*/ 108003 w 12207886"/>
              <a:gd name="connsiteY18" fmla="*/ 6858000 h 6858000"/>
              <a:gd name="connsiteX19" fmla="*/ 3 w 12207886"/>
              <a:gd name="connsiteY19" fmla="*/ 6858000 h 6858000"/>
              <a:gd name="connsiteX20" fmla="*/ 3 w 12207886"/>
              <a:gd name="connsiteY20" fmla="*/ 6858000 h 6858000"/>
              <a:gd name="connsiteX21" fmla="*/ 1 w 12207886"/>
              <a:gd name="connsiteY21" fmla="*/ 6858000 h 6858000"/>
              <a:gd name="connsiteX22" fmla="*/ 1 w 12207886"/>
              <a:gd name="connsiteY22" fmla="*/ 6750000 h 6858000"/>
              <a:gd name="connsiteX23" fmla="*/ 3 w 12207886"/>
              <a:gd name="connsiteY23" fmla="*/ 6750000 h 6858000"/>
              <a:gd name="connsiteX24" fmla="*/ 3 w 12207886"/>
              <a:gd name="connsiteY24" fmla="*/ 108001 h 6858000"/>
              <a:gd name="connsiteX25" fmla="*/ 0 w 12207886"/>
              <a:gd name="connsiteY25" fmla="*/ 108001 h 6858000"/>
              <a:gd name="connsiteX26" fmla="*/ 0 w 12207886"/>
              <a:gd name="connsiteY26" fmla="*/ 1 h 6858000"/>
              <a:gd name="connsiteX27" fmla="*/ 3 w 12207886"/>
              <a:gd name="connsiteY27" fmla="*/ 1 h 6858000"/>
              <a:gd name="connsiteX28" fmla="*/ 3 w 12207886"/>
              <a:gd name="connsiteY28" fmla="*/ 0 h 6858000"/>
              <a:gd name="connsiteX29" fmla="*/ 108003 w 12207886"/>
              <a:gd name="connsiteY29" fmla="*/ 0 h 6858000"/>
              <a:gd name="connsiteX30" fmla="*/ 108003 w 12207886"/>
              <a:gd name="connsiteY30" fmla="*/ 1 h 6858000"/>
              <a:gd name="connsiteX31" fmla="*/ 12084002 w 12207886"/>
              <a:gd name="connsiteY31" fmla="*/ 1 h 6858000"/>
              <a:gd name="connsiteX0" fmla="*/ 108003 w 12207886"/>
              <a:gd name="connsiteY0" fmla="*/ 108001 h 6858000"/>
              <a:gd name="connsiteX1" fmla="*/ 108003 w 12207886"/>
              <a:gd name="connsiteY1" fmla="*/ 6750000 h 6858000"/>
              <a:gd name="connsiteX2" fmla="*/ 12084002 w 12207886"/>
              <a:gd name="connsiteY2" fmla="*/ 6750000 h 6858000"/>
              <a:gd name="connsiteX3" fmla="*/ 12084002 w 12207886"/>
              <a:gd name="connsiteY3" fmla="*/ 108001 h 6858000"/>
              <a:gd name="connsiteX4" fmla="*/ 108003 w 12207886"/>
              <a:gd name="connsiteY4" fmla="*/ 108001 h 6858000"/>
              <a:gd name="connsiteX5" fmla="*/ 12084002 w 12207886"/>
              <a:gd name="connsiteY5" fmla="*/ 0 h 6858000"/>
              <a:gd name="connsiteX6" fmla="*/ 12192002 w 12207886"/>
              <a:gd name="connsiteY6" fmla="*/ 0 h 6858000"/>
              <a:gd name="connsiteX7" fmla="*/ 12192002 w 12207886"/>
              <a:gd name="connsiteY7" fmla="*/ 1 h 6858000"/>
              <a:gd name="connsiteX8" fmla="*/ 12207884 w 12207886"/>
              <a:gd name="connsiteY8" fmla="*/ 1 h 6858000"/>
              <a:gd name="connsiteX9" fmla="*/ 12192002 w 12207886"/>
              <a:gd name="connsiteY9" fmla="*/ 108001 h 6858000"/>
              <a:gd name="connsiteX10" fmla="*/ 12192002 w 12207886"/>
              <a:gd name="connsiteY10" fmla="*/ 6750000 h 6858000"/>
              <a:gd name="connsiteX11" fmla="*/ 12207886 w 12207886"/>
              <a:gd name="connsiteY11" fmla="*/ 6750000 h 6858000"/>
              <a:gd name="connsiteX12" fmla="*/ 12207886 w 12207886"/>
              <a:gd name="connsiteY12" fmla="*/ 6858000 h 6858000"/>
              <a:gd name="connsiteX13" fmla="*/ 12192002 w 12207886"/>
              <a:gd name="connsiteY13" fmla="*/ 6858000 h 6858000"/>
              <a:gd name="connsiteX14" fmla="*/ 12192002 w 12207886"/>
              <a:gd name="connsiteY14" fmla="*/ 6858000 h 6858000"/>
              <a:gd name="connsiteX15" fmla="*/ 12084002 w 12207886"/>
              <a:gd name="connsiteY15" fmla="*/ 6858000 h 6858000"/>
              <a:gd name="connsiteX16" fmla="*/ 12084002 w 12207886"/>
              <a:gd name="connsiteY16" fmla="*/ 6858000 h 6858000"/>
              <a:gd name="connsiteX17" fmla="*/ 108003 w 12207886"/>
              <a:gd name="connsiteY17" fmla="*/ 6858000 h 6858000"/>
              <a:gd name="connsiteX18" fmla="*/ 108003 w 12207886"/>
              <a:gd name="connsiteY18" fmla="*/ 6858000 h 6858000"/>
              <a:gd name="connsiteX19" fmla="*/ 3 w 12207886"/>
              <a:gd name="connsiteY19" fmla="*/ 6858000 h 6858000"/>
              <a:gd name="connsiteX20" fmla="*/ 3 w 12207886"/>
              <a:gd name="connsiteY20" fmla="*/ 6858000 h 6858000"/>
              <a:gd name="connsiteX21" fmla="*/ 1 w 12207886"/>
              <a:gd name="connsiteY21" fmla="*/ 6858000 h 6858000"/>
              <a:gd name="connsiteX22" fmla="*/ 1 w 12207886"/>
              <a:gd name="connsiteY22" fmla="*/ 6750000 h 6858000"/>
              <a:gd name="connsiteX23" fmla="*/ 3 w 12207886"/>
              <a:gd name="connsiteY23" fmla="*/ 6750000 h 6858000"/>
              <a:gd name="connsiteX24" fmla="*/ 3 w 12207886"/>
              <a:gd name="connsiteY24" fmla="*/ 108001 h 6858000"/>
              <a:gd name="connsiteX25" fmla="*/ 0 w 12207886"/>
              <a:gd name="connsiteY25" fmla="*/ 108001 h 6858000"/>
              <a:gd name="connsiteX26" fmla="*/ 0 w 12207886"/>
              <a:gd name="connsiteY26" fmla="*/ 1 h 6858000"/>
              <a:gd name="connsiteX27" fmla="*/ 3 w 12207886"/>
              <a:gd name="connsiteY27" fmla="*/ 1 h 6858000"/>
              <a:gd name="connsiteX28" fmla="*/ 3 w 12207886"/>
              <a:gd name="connsiteY28" fmla="*/ 0 h 6858000"/>
              <a:gd name="connsiteX29" fmla="*/ 108003 w 12207886"/>
              <a:gd name="connsiteY29" fmla="*/ 0 h 6858000"/>
              <a:gd name="connsiteX30" fmla="*/ 108003 w 12207886"/>
              <a:gd name="connsiteY30" fmla="*/ 1 h 6858000"/>
              <a:gd name="connsiteX31" fmla="*/ 12084002 w 12207886"/>
              <a:gd name="connsiteY31" fmla="*/ 1 h 6858000"/>
              <a:gd name="connsiteX32" fmla="*/ 12084002 w 12207886"/>
              <a:gd name="connsiteY32" fmla="*/ 0 h 6858000"/>
              <a:gd name="connsiteX0" fmla="*/ 108003 w 12207886"/>
              <a:gd name="connsiteY0" fmla="*/ 108001 h 6858000"/>
              <a:gd name="connsiteX1" fmla="*/ 108003 w 12207886"/>
              <a:gd name="connsiteY1" fmla="*/ 6750000 h 6858000"/>
              <a:gd name="connsiteX2" fmla="*/ 12084002 w 12207886"/>
              <a:gd name="connsiteY2" fmla="*/ 6750000 h 6858000"/>
              <a:gd name="connsiteX3" fmla="*/ 12084002 w 12207886"/>
              <a:gd name="connsiteY3" fmla="*/ 108001 h 6858000"/>
              <a:gd name="connsiteX4" fmla="*/ 108003 w 12207886"/>
              <a:gd name="connsiteY4" fmla="*/ 108001 h 6858000"/>
              <a:gd name="connsiteX5" fmla="*/ 12084002 w 12207886"/>
              <a:gd name="connsiteY5" fmla="*/ 0 h 6858000"/>
              <a:gd name="connsiteX6" fmla="*/ 12192002 w 12207886"/>
              <a:gd name="connsiteY6" fmla="*/ 0 h 6858000"/>
              <a:gd name="connsiteX7" fmla="*/ 12192002 w 12207886"/>
              <a:gd name="connsiteY7" fmla="*/ 1 h 6858000"/>
              <a:gd name="connsiteX8" fmla="*/ 12192002 w 12207886"/>
              <a:gd name="connsiteY8" fmla="*/ 108001 h 6858000"/>
              <a:gd name="connsiteX9" fmla="*/ 12192002 w 12207886"/>
              <a:gd name="connsiteY9" fmla="*/ 6750000 h 6858000"/>
              <a:gd name="connsiteX10" fmla="*/ 12207886 w 12207886"/>
              <a:gd name="connsiteY10" fmla="*/ 6750000 h 6858000"/>
              <a:gd name="connsiteX11" fmla="*/ 12207886 w 12207886"/>
              <a:gd name="connsiteY11" fmla="*/ 6858000 h 6858000"/>
              <a:gd name="connsiteX12" fmla="*/ 12192002 w 12207886"/>
              <a:gd name="connsiteY12" fmla="*/ 6858000 h 6858000"/>
              <a:gd name="connsiteX13" fmla="*/ 12192002 w 12207886"/>
              <a:gd name="connsiteY13" fmla="*/ 6858000 h 6858000"/>
              <a:gd name="connsiteX14" fmla="*/ 12084002 w 12207886"/>
              <a:gd name="connsiteY14" fmla="*/ 6858000 h 6858000"/>
              <a:gd name="connsiteX15" fmla="*/ 12084002 w 12207886"/>
              <a:gd name="connsiteY15" fmla="*/ 6858000 h 6858000"/>
              <a:gd name="connsiteX16" fmla="*/ 108003 w 12207886"/>
              <a:gd name="connsiteY16" fmla="*/ 6858000 h 6858000"/>
              <a:gd name="connsiteX17" fmla="*/ 108003 w 12207886"/>
              <a:gd name="connsiteY17" fmla="*/ 6858000 h 6858000"/>
              <a:gd name="connsiteX18" fmla="*/ 3 w 12207886"/>
              <a:gd name="connsiteY18" fmla="*/ 6858000 h 6858000"/>
              <a:gd name="connsiteX19" fmla="*/ 3 w 12207886"/>
              <a:gd name="connsiteY19" fmla="*/ 6858000 h 6858000"/>
              <a:gd name="connsiteX20" fmla="*/ 1 w 12207886"/>
              <a:gd name="connsiteY20" fmla="*/ 6858000 h 6858000"/>
              <a:gd name="connsiteX21" fmla="*/ 1 w 12207886"/>
              <a:gd name="connsiteY21" fmla="*/ 6750000 h 6858000"/>
              <a:gd name="connsiteX22" fmla="*/ 3 w 12207886"/>
              <a:gd name="connsiteY22" fmla="*/ 6750000 h 6858000"/>
              <a:gd name="connsiteX23" fmla="*/ 3 w 12207886"/>
              <a:gd name="connsiteY23" fmla="*/ 108001 h 6858000"/>
              <a:gd name="connsiteX24" fmla="*/ 0 w 12207886"/>
              <a:gd name="connsiteY24" fmla="*/ 108001 h 6858000"/>
              <a:gd name="connsiteX25" fmla="*/ 0 w 12207886"/>
              <a:gd name="connsiteY25" fmla="*/ 1 h 6858000"/>
              <a:gd name="connsiteX26" fmla="*/ 3 w 12207886"/>
              <a:gd name="connsiteY26" fmla="*/ 1 h 6858000"/>
              <a:gd name="connsiteX27" fmla="*/ 3 w 12207886"/>
              <a:gd name="connsiteY27" fmla="*/ 0 h 6858000"/>
              <a:gd name="connsiteX28" fmla="*/ 108003 w 12207886"/>
              <a:gd name="connsiteY28" fmla="*/ 0 h 6858000"/>
              <a:gd name="connsiteX29" fmla="*/ 108003 w 12207886"/>
              <a:gd name="connsiteY29" fmla="*/ 1 h 6858000"/>
              <a:gd name="connsiteX30" fmla="*/ 12084002 w 12207886"/>
              <a:gd name="connsiteY30" fmla="*/ 1 h 6858000"/>
              <a:gd name="connsiteX31" fmla="*/ 12084002 w 12207886"/>
              <a:gd name="connsiteY31" fmla="*/ 0 h 6858000"/>
              <a:gd name="connsiteX0" fmla="*/ 108003 w 12207886"/>
              <a:gd name="connsiteY0" fmla="*/ 108001 h 6858000"/>
              <a:gd name="connsiteX1" fmla="*/ 108003 w 12207886"/>
              <a:gd name="connsiteY1" fmla="*/ 6750000 h 6858000"/>
              <a:gd name="connsiteX2" fmla="*/ 12084002 w 12207886"/>
              <a:gd name="connsiteY2" fmla="*/ 6750000 h 6858000"/>
              <a:gd name="connsiteX3" fmla="*/ 12084002 w 12207886"/>
              <a:gd name="connsiteY3" fmla="*/ 108001 h 6858000"/>
              <a:gd name="connsiteX4" fmla="*/ 108003 w 12207886"/>
              <a:gd name="connsiteY4" fmla="*/ 108001 h 6858000"/>
              <a:gd name="connsiteX5" fmla="*/ 12084002 w 12207886"/>
              <a:gd name="connsiteY5" fmla="*/ 0 h 6858000"/>
              <a:gd name="connsiteX6" fmla="*/ 12192002 w 12207886"/>
              <a:gd name="connsiteY6" fmla="*/ 0 h 6858000"/>
              <a:gd name="connsiteX7" fmla="*/ 12192002 w 12207886"/>
              <a:gd name="connsiteY7" fmla="*/ 1 h 6858000"/>
              <a:gd name="connsiteX8" fmla="*/ 12192002 w 12207886"/>
              <a:gd name="connsiteY8" fmla="*/ 6750000 h 6858000"/>
              <a:gd name="connsiteX9" fmla="*/ 12207886 w 12207886"/>
              <a:gd name="connsiteY9" fmla="*/ 6750000 h 6858000"/>
              <a:gd name="connsiteX10" fmla="*/ 12207886 w 12207886"/>
              <a:gd name="connsiteY10" fmla="*/ 6858000 h 6858000"/>
              <a:gd name="connsiteX11" fmla="*/ 12192002 w 12207886"/>
              <a:gd name="connsiteY11" fmla="*/ 6858000 h 6858000"/>
              <a:gd name="connsiteX12" fmla="*/ 12192002 w 12207886"/>
              <a:gd name="connsiteY12" fmla="*/ 6858000 h 6858000"/>
              <a:gd name="connsiteX13" fmla="*/ 12084002 w 12207886"/>
              <a:gd name="connsiteY13" fmla="*/ 6858000 h 6858000"/>
              <a:gd name="connsiteX14" fmla="*/ 12084002 w 12207886"/>
              <a:gd name="connsiteY14" fmla="*/ 6858000 h 6858000"/>
              <a:gd name="connsiteX15" fmla="*/ 108003 w 12207886"/>
              <a:gd name="connsiteY15" fmla="*/ 6858000 h 6858000"/>
              <a:gd name="connsiteX16" fmla="*/ 108003 w 12207886"/>
              <a:gd name="connsiteY16" fmla="*/ 6858000 h 6858000"/>
              <a:gd name="connsiteX17" fmla="*/ 3 w 12207886"/>
              <a:gd name="connsiteY17" fmla="*/ 6858000 h 6858000"/>
              <a:gd name="connsiteX18" fmla="*/ 3 w 12207886"/>
              <a:gd name="connsiteY18" fmla="*/ 6858000 h 6858000"/>
              <a:gd name="connsiteX19" fmla="*/ 1 w 12207886"/>
              <a:gd name="connsiteY19" fmla="*/ 6858000 h 6858000"/>
              <a:gd name="connsiteX20" fmla="*/ 1 w 12207886"/>
              <a:gd name="connsiteY20" fmla="*/ 6750000 h 6858000"/>
              <a:gd name="connsiteX21" fmla="*/ 3 w 12207886"/>
              <a:gd name="connsiteY21" fmla="*/ 6750000 h 6858000"/>
              <a:gd name="connsiteX22" fmla="*/ 3 w 12207886"/>
              <a:gd name="connsiteY22" fmla="*/ 108001 h 6858000"/>
              <a:gd name="connsiteX23" fmla="*/ 0 w 12207886"/>
              <a:gd name="connsiteY23" fmla="*/ 108001 h 6858000"/>
              <a:gd name="connsiteX24" fmla="*/ 0 w 12207886"/>
              <a:gd name="connsiteY24" fmla="*/ 1 h 6858000"/>
              <a:gd name="connsiteX25" fmla="*/ 3 w 12207886"/>
              <a:gd name="connsiteY25" fmla="*/ 1 h 6858000"/>
              <a:gd name="connsiteX26" fmla="*/ 3 w 12207886"/>
              <a:gd name="connsiteY26" fmla="*/ 0 h 6858000"/>
              <a:gd name="connsiteX27" fmla="*/ 108003 w 12207886"/>
              <a:gd name="connsiteY27" fmla="*/ 0 h 6858000"/>
              <a:gd name="connsiteX28" fmla="*/ 108003 w 12207886"/>
              <a:gd name="connsiteY28" fmla="*/ 1 h 6858000"/>
              <a:gd name="connsiteX29" fmla="*/ 12084002 w 12207886"/>
              <a:gd name="connsiteY29" fmla="*/ 1 h 6858000"/>
              <a:gd name="connsiteX30" fmla="*/ 12084002 w 12207886"/>
              <a:gd name="connsiteY30" fmla="*/ 0 h 6858000"/>
              <a:gd name="connsiteX0" fmla="*/ 108003 w 12207886"/>
              <a:gd name="connsiteY0" fmla="*/ 108001 h 6858000"/>
              <a:gd name="connsiteX1" fmla="*/ 108003 w 12207886"/>
              <a:gd name="connsiteY1" fmla="*/ 6750000 h 6858000"/>
              <a:gd name="connsiteX2" fmla="*/ 12084002 w 12207886"/>
              <a:gd name="connsiteY2" fmla="*/ 6750000 h 6858000"/>
              <a:gd name="connsiteX3" fmla="*/ 12084002 w 12207886"/>
              <a:gd name="connsiteY3" fmla="*/ 108001 h 6858000"/>
              <a:gd name="connsiteX4" fmla="*/ 108003 w 12207886"/>
              <a:gd name="connsiteY4" fmla="*/ 108001 h 6858000"/>
              <a:gd name="connsiteX5" fmla="*/ 12084002 w 12207886"/>
              <a:gd name="connsiteY5" fmla="*/ 1 h 6858000"/>
              <a:gd name="connsiteX6" fmla="*/ 12192002 w 12207886"/>
              <a:gd name="connsiteY6" fmla="*/ 0 h 6858000"/>
              <a:gd name="connsiteX7" fmla="*/ 12192002 w 12207886"/>
              <a:gd name="connsiteY7" fmla="*/ 1 h 6858000"/>
              <a:gd name="connsiteX8" fmla="*/ 12192002 w 12207886"/>
              <a:gd name="connsiteY8" fmla="*/ 6750000 h 6858000"/>
              <a:gd name="connsiteX9" fmla="*/ 12207886 w 12207886"/>
              <a:gd name="connsiteY9" fmla="*/ 6750000 h 6858000"/>
              <a:gd name="connsiteX10" fmla="*/ 12207886 w 12207886"/>
              <a:gd name="connsiteY10" fmla="*/ 6858000 h 6858000"/>
              <a:gd name="connsiteX11" fmla="*/ 12192002 w 12207886"/>
              <a:gd name="connsiteY11" fmla="*/ 6858000 h 6858000"/>
              <a:gd name="connsiteX12" fmla="*/ 12192002 w 12207886"/>
              <a:gd name="connsiteY12" fmla="*/ 6858000 h 6858000"/>
              <a:gd name="connsiteX13" fmla="*/ 12084002 w 12207886"/>
              <a:gd name="connsiteY13" fmla="*/ 6858000 h 6858000"/>
              <a:gd name="connsiteX14" fmla="*/ 12084002 w 12207886"/>
              <a:gd name="connsiteY14" fmla="*/ 6858000 h 6858000"/>
              <a:gd name="connsiteX15" fmla="*/ 108003 w 12207886"/>
              <a:gd name="connsiteY15" fmla="*/ 6858000 h 6858000"/>
              <a:gd name="connsiteX16" fmla="*/ 108003 w 12207886"/>
              <a:gd name="connsiteY16" fmla="*/ 6858000 h 6858000"/>
              <a:gd name="connsiteX17" fmla="*/ 3 w 12207886"/>
              <a:gd name="connsiteY17" fmla="*/ 6858000 h 6858000"/>
              <a:gd name="connsiteX18" fmla="*/ 3 w 12207886"/>
              <a:gd name="connsiteY18" fmla="*/ 6858000 h 6858000"/>
              <a:gd name="connsiteX19" fmla="*/ 1 w 12207886"/>
              <a:gd name="connsiteY19" fmla="*/ 6858000 h 6858000"/>
              <a:gd name="connsiteX20" fmla="*/ 1 w 12207886"/>
              <a:gd name="connsiteY20" fmla="*/ 6750000 h 6858000"/>
              <a:gd name="connsiteX21" fmla="*/ 3 w 12207886"/>
              <a:gd name="connsiteY21" fmla="*/ 6750000 h 6858000"/>
              <a:gd name="connsiteX22" fmla="*/ 3 w 12207886"/>
              <a:gd name="connsiteY22" fmla="*/ 108001 h 6858000"/>
              <a:gd name="connsiteX23" fmla="*/ 0 w 12207886"/>
              <a:gd name="connsiteY23" fmla="*/ 108001 h 6858000"/>
              <a:gd name="connsiteX24" fmla="*/ 0 w 12207886"/>
              <a:gd name="connsiteY24" fmla="*/ 1 h 6858000"/>
              <a:gd name="connsiteX25" fmla="*/ 3 w 12207886"/>
              <a:gd name="connsiteY25" fmla="*/ 1 h 6858000"/>
              <a:gd name="connsiteX26" fmla="*/ 3 w 12207886"/>
              <a:gd name="connsiteY26" fmla="*/ 0 h 6858000"/>
              <a:gd name="connsiteX27" fmla="*/ 108003 w 12207886"/>
              <a:gd name="connsiteY27" fmla="*/ 0 h 6858000"/>
              <a:gd name="connsiteX28" fmla="*/ 108003 w 12207886"/>
              <a:gd name="connsiteY28" fmla="*/ 1 h 6858000"/>
              <a:gd name="connsiteX29" fmla="*/ 12084002 w 12207886"/>
              <a:gd name="connsiteY29" fmla="*/ 1 h 6858000"/>
              <a:gd name="connsiteX0" fmla="*/ 108003 w 12207886"/>
              <a:gd name="connsiteY0" fmla="*/ 108001 h 6858000"/>
              <a:gd name="connsiteX1" fmla="*/ 108003 w 12207886"/>
              <a:gd name="connsiteY1" fmla="*/ 6750000 h 6858000"/>
              <a:gd name="connsiteX2" fmla="*/ 12084002 w 12207886"/>
              <a:gd name="connsiteY2" fmla="*/ 6750000 h 6858000"/>
              <a:gd name="connsiteX3" fmla="*/ 12084002 w 12207886"/>
              <a:gd name="connsiteY3" fmla="*/ 108001 h 6858000"/>
              <a:gd name="connsiteX4" fmla="*/ 108003 w 12207886"/>
              <a:gd name="connsiteY4" fmla="*/ 108001 h 6858000"/>
              <a:gd name="connsiteX5" fmla="*/ 12084002 w 12207886"/>
              <a:gd name="connsiteY5" fmla="*/ 1 h 6858000"/>
              <a:gd name="connsiteX6" fmla="*/ 12192002 w 12207886"/>
              <a:gd name="connsiteY6" fmla="*/ 0 h 6858000"/>
              <a:gd name="connsiteX7" fmla="*/ 12192002 w 12207886"/>
              <a:gd name="connsiteY7" fmla="*/ 1 h 6858000"/>
              <a:gd name="connsiteX8" fmla="*/ 12192002 w 12207886"/>
              <a:gd name="connsiteY8" fmla="*/ 6750000 h 6858000"/>
              <a:gd name="connsiteX9" fmla="*/ 12207886 w 12207886"/>
              <a:gd name="connsiteY9" fmla="*/ 6858000 h 6858000"/>
              <a:gd name="connsiteX10" fmla="*/ 12192002 w 12207886"/>
              <a:gd name="connsiteY10" fmla="*/ 6858000 h 6858000"/>
              <a:gd name="connsiteX11" fmla="*/ 12192002 w 12207886"/>
              <a:gd name="connsiteY11" fmla="*/ 6858000 h 6858000"/>
              <a:gd name="connsiteX12" fmla="*/ 12084002 w 12207886"/>
              <a:gd name="connsiteY12" fmla="*/ 6858000 h 6858000"/>
              <a:gd name="connsiteX13" fmla="*/ 12084002 w 12207886"/>
              <a:gd name="connsiteY13" fmla="*/ 6858000 h 6858000"/>
              <a:gd name="connsiteX14" fmla="*/ 108003 w 12207886"/>
              <a:gd name="connsiteY14" fmla="*/ 6858000 h 6858000"/>
              <a:gd name="connsiteX15" fmla="*/ 108003 w 12207886"/>
              <a:gd name="connsiteY15" fmla="*/ 6858000 h 6858000"/>
              <a:gd name="connsiteX16" fmla="*/ 3 w 12207886"/>
              <a:gd name="connsiteY16" fmla="*/ 6858000 h 6858000"/>
              <a:gd name="connsiteX17" fmla="*/ 3 w 12207886"/>
              <a:gd name="connsiteY17" fmla="*/ 6858000 h 6858000"/>
              <a:gd name="connsiteX18" fmla="*/ 1 w 12207886"/>
              <a:gd name="connsiteY18" fmla="*/ 6858000 h 6858000"/>
              <a:gd name="connsiteX19" fmla="*/ 1 w 12207886"/>
              <a:gd name="connsiteY19" fmla="*/ 6750000 h 6858000"/>
              <a:gd name="connsiteX20" fmla="*/ 3 w 12207886"/>
              <a:gd name="connsiteY20" fmla="*/ 6750000 h 6858000"/>
              <a:gd name="connsiteX21" fmla="*/ 3 w 12207886"/>
              <a:gd name="connsiteY21" fmla="*/ 108001 h 6858000"/>
              <a:gd name="connsiteX22" fmla="*/ 0 w 12207886"/>
              <a:gd name="connsiteY22" fmla="*/ 108001 h 6858000"/>
              <a:gd name="connsiteX23" fmla="*/ 0 w 12207886"/>
              <a:gd name="connsiteY23" fmla="*/ 1 h 6858000"/>
              <a:gd name="connsiteX24" fmla="*/ 3 w 12207886"/>
              <a:gd name="connsiteY24" fmla="*/ 1 h 6858000"/>
              <a:gd name="connsiteX25" fmla="*/ 3 w 12207886"/>
              <a:gd name="connsiteY25" fmla="*/ 0 h 6858000"/>
              <a:gd name="connsiteX26" fmla="*/ 108003 w 12207886"/>
              <a:gd name="connsiteY26" fmla="*/ 0 h 6858000"/>
              <a:gd name="connsiteX27" fmla="*/ 108003 w 12207886"/>
              <a:gd name="connsiteY27" fmla="*/ 1 h 6858000"/>
              <a:gd name="connsiteX28" fmla="*/ 12084002 w 12207886"/>
              <a:gd name="connsiteY28" fmla="*/ 1 h 6858000"/>
              <a:gd name="connsiteX0" fmla="*/ 108003 w 12192002"/>
              <a:gd name="connsiteY0" fmla="*/ 108001 h 6858000"/>
              <a:gd name="connsiteX1" fmla="*/ 108003 w 12192002"/>
              <a:gd name="connsiteY1" fmla="*/ 6750000 h 6858000"/>
              <a:gd name="connsiteX2" fmla="*/ 12084002 w 12192002"/>
              <a:gd name="connsiteY2" fmla="*/ 6750000 h 6858000"/>
              <a:gd name="connsiteX3" fmla="*/ 12084002 w 12192002"/>
              <a:gd name="connsiteY3" fmla="*/ 108001 h 6858000"/>
              <a:gd name="connsiteX4" fmla="*/ 108003 w 12192002"/>
              <a:gd name="connsiteY4" fmla="*/ 108001 h 6858000"/>
              <a:gd name="connsiteX5" fmla="*/ 12084002 w 12192002"/>
              <a:gd name="connsiteY5" fmla="*/ 1 h 6858000"/>
              <a:gd name="connsiteX6" fmla="*/ 12192002 w 12192002"/>
              <a:gd name="connsiteY6" fmla="*/ 0 h 6858000"/>
              <a:gd name="connsiteX7" fmla="*/ 12192002 w 12192002"/>
              <a:gd name="connsiteY7" fmla="*/ 1 h 6858000"/>
              <a:gd name="connsiteX8" fmla="*/ 12192002 w 12192002"/>
              <a:gd name="connsiteY8" fmla="*/ 6750000 h 6858000"/>
              <a:gd name="connsiteX9" fmla="*/ 12192002 w 12192002"/>
              <a:gd name="connsiteY9" fmla="*/ 6858000 h 6858000"/>
              <a:gd name="connsiteX10" fmla="*/ 12192002 w 12192002"/>
              <a:gd name="connsiteY10" fmla="*/ 6858000 h 6858000"/>
              <a:gd name="connsiteX11" fmla="*/ 12084002 w 12192002"/>
              <a:gd name="connsiteY11" fmla="*/ 6858000 h 6858000"/>
              <a:gd name="connsiteX12" fmla="*/ 12084002 w 12192002"/>
              <a:gd name="connsiteY12" fmla="*/ 6858000 h 6858000"/>
              <a:gd name="connsiteX13" fmla="*/ 108003 w 12192002"/>
              <a:gd name="connsiteY13" fmla="*/ 6858000 h 6858000"/>
              <a:gd name="connsiteX14" fmla="*/ 108003 w 12192002"/>
              <a:gd name="connsiteY14" fmla="*/ 6858000 h 6858000"/>
              <a:gd name="connsiteX15" fmla="*/ 3 w 12192002"/>
              <a:gd name="connsiteY15" fmla="*/ 6858000 h 6858000"/>
              <a:gd name="connsiteX16" fmla="*/ 3 w 12192002"/>
              <a:gd name="connsiteY16" fmla="*/ 6858000 h 6858000"/>
              <a:gd name="connsiteX17" fmla="*/ 1 w 12192002"/>
              <a:gd name="connsiteY17" fmla="*/ 6858000 h 6858000"/>
              <a:gd name="connsiteX18" fmla="*/ 1 w 12192002"/>
              <a:gd name="connsiteY18" fmla="*/ 6750000 h 6858000"/>
              <a:gd name="connsiteX19" fmla="*/ 3 w 12192002"/>
              <a:gd name="connsiteY19" fmla="*/ 6750000 h 6858000"/>
              <a:gd name="connsiteX20" fmla="*/ 3 w 12192002"/>
              <a:gd name="connsiteY20" fmla="*/ 108001 h 6858000"/>
              <a:gd name="connsiteX21" fmla="*/ 0 w 12192002"/>
              <a:gd name="connsiteY21" fmla="*/ 108001 h 6858000"/>
              <a:gd name="connsiteX22" fmla="*/ 0 w 12192002"/>
              <a:gd name="connsiteY22" fmla="*/ 1 h 6858000"/>
              <a:gd name="connsiteX23" fmla="*/ 3 w 12192002"/>
              <a:gd name="connsiteY23" fmla="*/ 1 h 6858000"/>
              <a:gd name="connsiteX24" fmla="*/ 3 w 12192002"/>
              <a:gd name="connsiteY24" fmla="*/ 0 h 6858000"/>
              <a:gd name="connsiteX25" fmla="*/ 108003 w 12192002"/>
              <a:gd name="connsiteY25" fmla="*/ 0 h 6858000"/>
              <a:gd name="connsiteX26" fmla="*/ 108003 w 12192002"/>
              <a:gd name="connsiteY26" fmla="*/ 1 h 6858000"/>
              <a:gd name="connsiteX27" fmla="*/ 12084002 w 12192002"/>
              <a:gd name="connsiteY27" fmla="*/ 1 h 6858000"/>
              <a:gd name="connsiteX0" fmla="*/ 108003 w 12192002"/>
              <a:gd name="connsiteY0" fmla="*/ 108001 h 6858000"/>
              <a:gd name="connsiteX1" fmla="*/ 108003 w 12192002"/>
              <a:gd name="connsiteY1" fmla="*/ 6750000 h 6858000"/>
              <a:gd name="connsiteX2" fmla="*/ 12084002 w 12192002"/>
              <a:gd name="connsiteY2" fmla="*/ 6750000 h 6858000"/>
              <a:gd name="connsiteX3" fmla="*/ 12084002 w 12192002"/>
              <a:gd name="connsiteY3" fmla="*/ 108001 h 6858000"/>
              <a:gd name="connsiteX4" fmla="*/ 108003 w 12192002"/>
              <a:gd name="connsiteY4" fmla="*/ 108001 h 6858000"/>
              <a:gd name="connsiteX5" fmla="*/ 12084002 w 12192002"/>
              <a:gd name="connsiteY5" fmla="*/ 1 h 6858000"/>
              <a:gd name="connsiteX6" fmla="*/ 12192002 w 12192002"/>
              <a:gd name="connsiteY6" fmla="*/ 0 h 6858000"/>
              <a:gd name="connsiteX7" fmla="*/ 12192002 w 12192002"/>
              <a:gd name="connsiteY7" fmla="*/ 1 h 6858000"/>
              <a:gd name="connsiteX8" fmla="*/ 12192002 w 12192002"/>
              <a:gd name="connsiteY8" fmla="*/ 6858000 h 6858000"/>
              <a:gd name="connsiteX9" fmla="*/ 12192002 w 12192002"/>
              <a:gd name="connsiteY9" fmla="*/ 6858000 h 6858000"/>
              <a:gd name="connsiteX10" fmla="*/ 12084002 w 12192002"/>
              <a:gd name="connsiteY10" fmla="*/ 6858000 h 6858000"/>
              <a:gd name="connsiteX11" fmla="*/ 12084002 w 12192002"/>
              <a:gd name="connsiteY11" fmla="*/ 6858000 h 6858000"/>
              <a:gd name="connsiteX12" fmla="*/ 108003 w 12192002"/>
              <a:gd name="connsiteY12" fmla="*/ 6858000 h 6858000"/>
              <a:gd name="connsiteX13" fmla="*/ 108003 w 12192002"/>
              <a:gd name="connsiteY13" fmla="*/ 6858000 h 6858000"/>
              <a:gd name="connsiteX14" fmla="*/ 3 w 12192002"/>
              <a:gd name="connsiteY14" fmla="*/ 6858000 h 6858000"/>
              <a:gd name="connsiteX15" fmla="*/ 3 w 12192002"/>
              <a:gd name="connsiteY15" fmla="*/ 6858000 h 6858000"/>
              <a:gd name="connsiteX16" fmla="*/ 1 w 12192002"/>
              <a:gd name="connsiteY16" fmla="*/ 6858000 h 6858000"/>
              <a:gd name="connsiteX17" fmla="*/ 1 w 12192002"/>
              <a:gd name="connsiteY17" fmla="*/ 6750000 h 6858000"/>
              <a:gd name="connsiteX18" fmla="*/ 3 w 12192002"/>
              <a:gd name="connsiteY18" fmla="*/ 6750000 h 6858000"/>
              <a:gd name="connsiteX19" fmla="*/ 3 w 12192002"/>
              <a:gd name="connsiteY19" fmla="*/ 108001 h 6858000"/>
              <a:gd name="connsiteX20" fmla="*/ 0 w 12192002"/>
              <a:gd name="connsiteY20" fmla="*/ 108001 h 6858000"/>
              <a:gd name="connsiteX21" fmla="*/ 0 w 12192002"/>
              <a:gd name="connsiteY21" fmla="*/ 1 h 6858000"/>
              <a:gd name="connsiteX22" fmla="*/ 3 w 12192002"/>
              <a:gd name="connsiteY22" fmla="*/ 1 h 6858000"/>
              <a:gd name="connsiteX23" fmla="*/ 3 w 12192002"/>
              <a:gd name="connsiteY23" fmla="*/ 0 h 6858000"/>
              <a:gd name="connsiteX24" fmla="*/ 108003 w 12192002"/>
              <a:gd name="connsiteY24" fmla="*/ 0 h 6858000"/>
              <a:gd name="connsiteX25" fmla="*/ 108003 w 12192002"/>
              <a:gd name="connsiteY25" fmla="*/ 1 h 6858000"/>
              <a:gd name="connsiteX26" fmla="*/ 12084002 w 12192002"/>
              <a:gd name="connsiteY26" fmla="*/ 1 h 6858000"/>
              <a:gd name="connsiteX0" fmla="*/ 108003 w 12192002"/>
              <a:gd name="connsiteY0" fmla="*/ 108001 h 6858000"/>
              <a:gd name="connsiteX1" fmla="*/ 108003 w 12192002"/>
              <a:gd name="connsiteY1" fmla="*/ 6750000 h 6858000"/>
              <a:gd name="connsiteX2" fmla="*/ 12084002 w 12192002"/>
              <a:gd name="connsiteY2" fmla="*/ 6750000 h 6858000"/>
              <a:gd name="connsiteX3" fmla="*/ 12084002 w 12192002"/>
              <a:gd name="connsiteY3" fmla="*/ 108001 h 6858000"/>
              <a:gd name="connsiteX4" fmla="*/ 108003 w 12192002"/>
              <a:gd name="connsiteY4" fmla="*/ 108001 h 6858000"/>
              <a:gd name="connsiteX5" fmla="*/ 12084002 w 12192002"/>
              <a:gd name="connsiteY5" fmla="*/ 1 h 6858000"/>
              <a:gd name="connsiteX6" fmla="*/ 12192002 w 12192002"/>
              <a:gd name="connsiteY6" fmla="*/ 0 h 6858000"/>
              <a:gd name="connsiteX7" fmla="*/ 12192002 w 12192002"/>
              <a:gd name="connsiteY7" fmla="*/ 1 h 6858000"/>
              <a:gd name="connsiteX8" fmla="*/ 12192002 w 12192002"/>
              <a:gd name="connsiteY8" fmla="*/ 6858000 h 6858000"/>
              <a:gd name="connsiteX9" fmla="*/ 12192002 w 12192002"/>
              <a:gd name="connsiteY9" fmla="*/ 6858000 h 6858000"/>
              <a:gd name="connsiteX10" fmla="*/ 12084002 w 12192002"/>
              <a:gd name="connsiteY10" fmla="*/ 6858000 h 6858000"/>
              <a:gd name="connsiteX11" fmla="*/ 108003 w 12192002"/>
              <a:gd name="connsiteY11" fmla="*/ 6858000 h 6858000"/>
              <a:gd name="connsiteX12" fmla="*/ 108003 w 12192002"/>
              <a:gd name="connsiteY12" fmla="*/ 6858000 h 6858000"/>
              <a:gd name="connsiteX13" fmla="*/ 3 w 12192002"/>
              <a:gd name="connsiteY13" fmla="*/ 6858000 h 6858000"/>
              <a:gd name="connsiteX14" fmla="*/ 3 w 12192002"/>
              <a:gd name="connsiteY14" fmla="*/ 6858000 h 6858000"/>
              <a:gd name="connsiteX15" fmla="*/ 1 w 12192002"/>
              <a:gd name="connsiteY15" fmla="*/ 6858000 h 6858000"/>
              <a:gd name="connsiteX16" fmla="*/ 1 w 12192002"/>
              <a:gd name="connsiteY16" fmla="*/ 6750000 h 6858000"/>
              <a:gd name="connsiteX17" fmla="*/ 3 w 12192002"/>
              <a:gd name="connsiteY17" fmla="*/ 6750000 h 6858000"/>
              <a:gd name="connsiteX18" fmla="*/ 3 w 12192002"/>
              <a:gd name="connsiteY18" fmla="*/ 108001 h 6858000"/>
              <a:gd name="connsiteX19" fmla="*/ 0 w 12192002"/>
              <a:gd name="connsiteY19" fmla="*/ 108001 h 6858000"/>
              <a:gd name="connsiteX20" fmla="*/ 0 w 12192002"/>
              <a:gd name="connsiteY20" fmla="*/ 1 h 6858000"/>
              <a:gd name="connsiteX21" fmla="*/ 3 w 12192002"/>
              <a:gd name="connsiteY21" fmla="*/ 1 h 6858000"/>
              <a:gd name="connsiteX22" fmla="*/ 3 w 12192002"/>
              <a:gd name="connsiteY22" fmla="*/ 0 h 6858000"/>
              <a:gd name="connsiteX23" fmla="*/ 108003 w 12192002"/>
              <a:gd name="connsiteY23" fmla="*/ 0 h 6858000"/>
              <a:gd name="connsiteX24" fmla="*/ 108003 w 12192002"/>
              <a:gd name="connsiteY24" fmla="*/ 1 h 6858000"/>
              <a:gd name="connsiteX25" fmla="*/ 12084002 w 12192002"/>
              <a:gd name="connsiteY25" fmla="*/ 1 h 6858000"/>
              <a:gd name="connsiteX0" fmla="*/ 108003 w 12192002"/>
              <a:gd name="connsiteY0" fmla="*/ 108001 h 6858000"/>
              <a:gd name="connsiteX1" fmla="*/ 108003 w 12192002"/>
              <a:gd name="connsiteY1" fmla="*/ 6750000 h 6858000"/>
              <a:gd name="connsiteX2" fmla="*/ 12084002 w 12192002"/>
              <a:gd name="connsiteY2" fmla="*/ 6750000 h 6858000"/>
              <a:gd name="connsiteX3" fmla="*/ 12084002 w 12192002"/>
              <a:gd name="connsiteY3" fmla="*/ 108001 h 6858000"/>
              <a:gd name="connsiteX4" fmla="*/ 108003 w 12192002"/>
              <a:gd name="connsiteY4" fmla="*/ 108001 h 6858000"/>
              <a:gd name="connsiteX5" fmla="*/ 12084002 w 12192002"/>
              <a:gd name="connsiteY5" fmla="*/ 1 h 6858000"/>
              <a:gd name="connsiteX6" fmla="*/ 12192002 w 12192002"/>
              <a:gd name="connsiteY6" fmla="*/ 0 h 6858000"/>
              <a:gd name="connsiteX7" fmla="*/ 12192002 w 12192002"/>
              <a:gd name="connsiteY7" fmla="*/ 1 h 6858000"/>
              <a:gd name="connsiteX8" fmla="*/ 12192002 w 12192002"/>
              <a:gd name="connsiteY8" fmla="*/ 6858000 h 6858000"/>
              <a:gd name="connsiteX9" fmla="*/ 12192002 w 12192002"/>
              <a:gd name="connsiteY9" fmla="*/ 6858000 h 6858000"/>
              <a:gd name="connsiteX10" fmla="*/ 108003 w 12192002"/>
              <a:gd name="connsiteY10" fmla="*/ 6858000 h 6858000"/>
              <a:gd name="connsiteX11" fmla="*/ 108003 w 12192002"/>
              <a:gd name="connsiteY11" fmla="*/ 6858000 h 6858000"/>
              <a:gd name="connsiteX12" fmla="*/ 3 w 12192002"/>
              <a:gd name="connsiteY12" fmla="*/ 6858000 h 6858000"/>
              <a:gd name="connsiteX13" fmla="*/ 3 w 12192002"/>
              <a:gd name="connsiteY13" fmla="*/ 6858000 h 6858000"/>
              <a:gd name="connsiteX14" fmla="*/ 1 w 12192002"/>
              <a:gd name="connsiteY14" fmla="*/ 6858000 h 6858000"/>
              <a:gd name="connsiteX15" fmla="*/ 1 w 12192002"/>
              <a:gd name="connsiteY15" fmla="*/ 6750000 h 6858000"/>
              <a:gd name="connsiteX16" fmla="*/ 3 w 12192002"/>
              <a:gd name="connsiteY16" fmla="*/ 6750000 h 6858000"/>
              <a:gd name="connsiteX17" fmla="*/ 3 w 12192002"/>
              <a:gd name="connsiteY17" fmla="*/ 108001 h 6858000"/>
              <a:gd name="connsiteX18" fmla="*/ 0 w 12192002"/>
              <a:gd name="connsiteY18" fmla="*/ 108001 h 6858000"/>
              <a:gd name="connsiteX19" fmla="*/ 0 w 12192002"/>
              <a:gd name="connsiteY19" fmla="*/ 1 h 6858000"/>
              <a:gd name="connsiteX20" fmla="*/ 3 w 12192002"/>
              <a:gd name="connsiteY20" fmla="*/ 1 h 6858000"/>
              <a:gd name="connsiteX21" fmla="*/ 3 w 12192002"/>
              <a:gd name="connsiteY21" fmla="*/ 0 h 6858000"/>
              <a:gd name="connsiteX22" fmla="*/ 108003 w 12192002"/>
              <a:gd name="connsiteY22" fmla="*/ 0 h 6858000"/>
              <a:gd name="connsiteX23" fmla="*/ 108003 w 12192002"/>
              <a:gd name="connsiteY23" fmla="*/ 1 h 6858000"/>
              <a:gd name="connsiteX24" fmla="*/ 12084002 w 12192002"/>
              <a:gd name="connsiteY24" fmla="*/ 1 h 6858000"/>
              <a:gd name="connsiteX0" fmla="*/ 108003 w 12192002"/>
              <a:gd name="connsiteY0" fmla="*/ 108001 h 6858000"/>
              <a:gd name="connsiteX1" fmla="*/ 108003 w 12192002"/>
              <a:gd name="connsiteY1" fmla="*/ 6750000 h 6858000"/>
              <a:gd name="connsiteX2" fmla="*/ 12084002 w 12192002"/>
              <a:gd name="connsiteY2" fmla="*/ 6750000 h 6858000"/>
              <a:gd name="connsiteX3" fmla="*/ 12084002 w 12192002"/>
              <a:gd name="connsiteY3" fmla="*/ 108001 h 6858000"/>
              <a:gd name="connsiteX4" fmla="*/ 108003 w 12192002"/>
              <a:gd name="connsiteY4" fmla="*/ 108001 h 6858000"/>
              <a:gd name="connsiteX5" fmla="*/ 12084002 w 12192002"/>
              <a:gd name="connsiteY5" fmla="*/ 1 h 6858000"/>
              <a:gd name="connsiteX6" fmla="*/ 12192002 w 12192002"/>
              <a:gd name="connsiteY6" fmla="*/ 0 h 6858000"/>
              <a:gd name="connsiteX7" fmla="*/ 12192002 w 12192002"/>
              <a:gd name="connsiteY7" fmla="*/ 1 h 6858000"/>
              <a:gd name="connsiteX8" fmla="*/ 12192002 w 12192002"/>
              <a:gd name="connsiteY8" fmla="*/ 6858000 h 6858000"/>
              <a:gd name="connsiteX9" fmla="*/ 12192002 w 12192002"/>
              <a:gd name="connsiteY9" fmla="*/ 6858000 h 6858000"/>
              <a:gd name="connsiteX10" fmla="*/ 108003 w 12192002"/>
              <a:gd name="connsiteY10" fmla="*/ 6858000 h 6858000"/>
              <a:gd name="connsiteX11" fmla="*/ 3 w 12192002"/>
              <a:gd name="connsiteY11" fmla="*/ 6858000 h 6858000"/>
              <a:gd name="connsiteX12" fmla="*/ 3 w 12192002"/>
              <a:gd name="connsiteY12" fmla="*/ 6858000 h 6858000"/>
              <a:gd name="connsiteX13" fmla="*/ 1 w 12192002"/>
              <a:gd name="connsiteY13" fmla="*/ 6858000 h 6858000"/>
              <a:gd name="connsiteX14" fmla="*/ 1 w 12192002"/>
              <a:gd name="connsiteY14" fmla="*/ 6750000 h 6858000"/>
              <a:gd name="connsiteX15" fmla="*/ 3 w 12192002"/>
              <a:gd name="connsiteY15" fmla="*/ 6750000 h 6858000"/>
              <a:gd name="connsiteX16" fmla="*/ 3 w 12192002"/>
              <a:gd name="connsiteY16" fmla="*/ 108001 h 6858000"/>
              <a:gd name="connsiteX17" fmla="*/ 0 w 12192002"/>
              <a:gd name="connsiteY17" fmla="*/ 108001 h 6858000"/>
              <a:gd name="connsiteX18" fmla="*/ 0 w 12192002"/>
              <a:gd name="connsiteY18" fmla="*/ 1 h 6858000"/>
              <a:gd name="connsiteX19" fmla="*/ 3 w 12192002"/>
              <a:gd name="connsiteY19" fmla="*/ 1 h 6858000"/>
              <a:gd name="connsiteX20" fmla="*/ 3 w 12192002"/>
              <a:gd name="connsiteY20" fmla="*/ 0 h 6858000"/>
              <a:gd name="connsiteX21" fmla="*/ 108003 w 12192002"/>
              <a:gd name="connsiteY21" fmla="*/ 0 h 6858000"/>
              <a:gd name="connsiteX22" fmla="*/ 108003 w 12192002"/>
              <a:gd name="connsiteY22" fmla="*/ 1 h 6858000"/>
              <a:gd name="connsiteX23" fmla="*/ 12084002 w 12192002"/>
              <a:gd name="connsiteY23" fmla="*/ 1 h 6858000"/>
              <a:gd name="connsiteX0" fmla="*/ 108003 w 12192002"/>
              <a:gd name="connsiteY0" fmla="*/ 108001 h 6858000"/>
              <a:gd name="connsiteX1" fmla="*/ 108003 w 12192002"/>
              <a:gd name="connsiteY1" fmla="*/ 6750000 h 6858000"/>
              <a:gd name="connsiteX2" fmla="*/ 12084002 w 12192002"/>
              <a:gd name="connsiteY2" fmla="*/ 6750000 h 6858000"/>
              <a:gd name="connsiteX3" fmla="*/ 12084002 w 12192002"/>
              <a:gd name="connsiteY3" fmla="*/ 108001 h 6858000"/>
              <a:gd name="connsiteX4" fmla="*/ 108003 w 12192002"/>
              <a:gd name="connsiteY4" fmla="*/ 108001 h 6858000"/>
              <a:gd name="connsiteX5" fmla="*/ 12084002 w 12192002"/>
              <a:gd name="connsiteY5" fmla="*/ 1 h 6858000"/>
              <a:gd name="connsiteX6" fmla="*/ 12192002 w 12192002"/>
              <a:gd name="connsiteY6" fmla="*/ 0 h 6858000"/>
              <a:gd name="connsiteX7" fmla="*/ 12192002 w 12192002"/>
              <a:gd name="connsiteY7" fmla="*/ 1 h 6858000"/>
              <a:gd name="connsiteX8" fmla="*/ 12192002 w 12192002"/>
              <a:gd name="connsiteY8" fmla="*/ 6858000 h 6858000"/>
              <a:gd name="connsiteX9" fmla="*/ 12192002 w 12192002"/>
              <a:gd name="connsiteY9" fmla="*/ 6858000 h 6858000"/>
              <a:gd name="connsiteX10" fmla="*/ 108003 w 12192002"/>
              <a:gd name="connsiteY10" fmla="*/ 6858000 h 6858000"/>
              <a:gd name="connsiteX11" fmla="*/ 3 w 12192002"/>
              <a:gd name="connsiteY11" fmla="*/ 6858000 h 6858000"/>
              <a:gd name="connsiteX12" fmla="*/ 3 w 12192002"/>
              <a:gd name="connsiteY12" fmla="*/ 6858000 h 6858000"/>
              <a:gd name="connsiteX13" fmla="*/ 1 w 12192002"/>
              <a:gd name="connsiteY13" fmla="*/ 6858000 h 6858000"/>
              <a:gd name="connsiteX14" fmla="*/ 1 w 12192002"/>
              <a:gd name="connsiteY14" fmla="*/ 6750000 h 6858000"/>
              <a:gd name="connsiteX15" fmla="*/ 3 w 12192002"/>
              <a:gd name="connsiteY15" fmla="*/ 108001 h 6858000"/>
              <a:gd name="connsiteX16" fmla="*/ 0 w 12192002"/>
              <a:gd name="connsiteY16" fmla="*/ 108001 h 6858000"/>
              <a:gd name="connsiteX17" fmla="*/ 0 w 12192002"/>
              <a:gd name="connsiteY17" fmla="*/ 1 h 6858000"/>
              <a:gd name="connsiteX18" fmla="*/ 3 w 12192002"/>
              <a:gd name="connsiteY18" fmla="*/ 1 h 6858000"/>
              <a:gd name="connsiteX19" fmla="*/ 3 w 12192002"/>
              <a:gd name="connsiteY19" fmla="*/ 0 h 6858000"/>
              <a:gd name="connsiteX20" fmla="*/ 108003 w 12192002"/>
              <a:gd name="connsiteY20" fmla="*/ 0 h 6858000"/>
              <a:gd name="connsiteX21" fmla="*/ 108003 w 12192002"/>
              <a:gd name="connsiteY21" fmla="*/ 1 h 6858000"/>
              <a:gd name="connsiteX22" fmla="*/ 12084002 w 12192002"/>
              <a:gd name="connsiteY22" fmla="*/ 1 h 6858000"/>
              <a:gd name="connsiteX0" fmla="*/ 108003 w 12192002"/>
              <a:gd name="connsiteY0" fmla="*/ 108001 h 6858000"/>
              <a:gd name="connsiteX1" fmla="*/ 108003 w 12192002"/>
              <a:gd name="connsiteY1" fmla="*/ 6750000 h 6858000"/>
              <a:gd name="connsiteX2" fmla="*/ 12084002 w 12192002"/>
              <a:gd name="connsiteY2" fmla="*/ 6750000 h 6858000"/>
              <a:gd name="connsiteX3" fmla="*/ 12084002 w 12192002"/>
              <a:gd name="connsiteY3" fmla="*/ 108001 h 6858000"/>
              <a:gd name="connsiteX4" fmla="*/ 108003 w 12192002"/>
              <a:gd name="connsiteY4" fmla="*/ 108001 h 6858000"/>
              <a:gd name="connsiteX5" fmla="*/ 12084002 w 12192002"/>
              <a:gd name="connsiteY5" fmla="*/ 1 h 6858000"/>
              <a:gd name="connsiteX6" fmla="*/ 12192002 w 12192002"/>
              <a:gd name="connsiteY6" fmla="*/ 0 h 6858000"/>
              <a:gd name="connsiteX7" fmla="*/ 12192002 w 12192002"/>
              <a:gd name="connsiteY7" fmla="*/ 1 h 6858000"/>
              <a:gd name="connsiteX8" fmla="*/ 12192002 w 12192002"/>
              <a:gd name="connsiteY8" fmla="*/ 6858000 h 6858000"/>
              <a:gd name="connsiteX9" fmla="*/ 12192002 w 12192002"/>
              <a:gd name="connsiteY9" fmla="*/ 6858000 h 6858000"/>
              <a:gd name="connsiteX10" fmla="*/ 3 w 12192002"/>
              <a:gd name="connsiteY10" fmla="*/ 6858000 h 6858000"/>
              <a:gd name="connsiteX11" fmla="*/ 3 w 12192002"/>
              <a:gd name="connsiteY11" fmla="*/ 6858000 h 6858000"/>
              <a:gd name="connsiteX12" fmla="*/ 1 w 12192002"/>
              <a:gd name="connsiteY12" fmla="*/ 6858000 h 6858000"/>
              <a:gd name="connsiteX13" fmla="*/ 1 w 12192002"/>
              <a:gd name="connsiteY13" fmla="*/ 6750000 h 6858000"/>
              <a:gd name="connsiteX14" fmla="*/ 3 w 12192002"/>
              <a:gd name="connsiteY14" fmla="*/ 108001 h 6858000"/>
              <a:gd name="connsiteX15" fmla="*/ 0 w 12192002"/>
              <a:gd name="connsiteY15" fmla="*/ 108001 h 6858000"/>
              <a:gd name="connsiteX16" fmla="*/ 0 w 12192002"/>
              <a:gd name="connsiteY16" fmla="*/ 1 h 6858000"/>
              <a:gd name="connsiteX17" fmla="*/ 3 w 12192002"/>
              <a:gd name="connsiteY17" fmla="*/ 1 h 6858000"/>
              <a:gd name="connsiteX18" fmla="*/ 3 w 12192002"/>
              <a:gd name="connsiteY18" fmla="*/ 0 h 6858000"/>
              <a:gd name="connsiteX19" fmla="*/ 108003 w 12192002"/>
              <a:gd name="connsiteY19" fmla="*/ 0 h 6858000"/>
              <a:gd name="connsiteX20" fmla="*/ 108003 w 12192002"/>
              <a:gd name="connsiteY20" fmla="*/ 1 h 6858000"/>
              <a:gd name="connsiteX21" fmla="*/ 12084002 w 12192002"/>
              <a:gd name="connsiteY21" fmla="*/ 1 h 6858000"/>
              <a:gd name="connsiteX0" fmla="*/ 108003 w 12192002"/>
              <a:gd name="connsiteY0" fmla="*/ 108001 h 6858000"/>
              <a:gd name="connsiteX1" fmla="*/ 108003 w 12192002"/>
              <a:gd name="connsiteY1" fmla="*/ 6750000 h 6858000"/>
              <a:gd name="connsiteX2" fmla="*/ 12084002 w 12192002"/>
              <a:gd name="connsiteY2" fmla="*/ 6750000 h 6858000"/>
              <a:gd name="connsiteX3" fmla="*/ 12084002 w 12192002"/>
              <a:gd name="connsiteY3" fmla="*/ 108001 h 6858000"/>
              <a:gd name="connsiteX4" fmla="*/ 108003 w 12192002"/>
              <a:gd name="connsiteY4" fmla="*/ 108001 h 6858000"/>
              <a:gd name="connsiteX5" fmla="*/ 12084002 w 12192002"/>
              <a:gd name="connsiteY5" fmla="*/ 1 h 6858000"/>
              <a:gd name="connsiteX6" fmla="*/ 12192002 w 12192002"/>
              <a:gd name="connsiteY6" fmla="*/ 0 h 6858000"/>
              <a:gd name="connsiteX7" fmla="*/ 12192002 w 12192002"/>
              <a:gd name="connsiteY7" fmla="*/ 1 h 6858000"/>
              <a:gd name="connsiteX8" fmla="*/ 12192002 w 12192002"/>
              <a:gd name="connsiteY8" fmla="*/ 6858000 h 6858000"/>
              <a:gd name="connsiteX9" fmla="*/ 12192002 w 12192002"/>
              <a:gd name="connsiteY9" fmla="*/ 6858000 h 6858000"/>
              <a:gd name="connsiteX10" fmla="*/ 3 w 12192002"/>
              <a:gd name="connsiteY10" fmla="*/ 6858000 h 6858000"/>
              <a:gd name="connsiteX11" fmla="*/ 3 w 12192002"/>
              <a:gd name="connsiteY11" fmla="*/ 6858000 h 6858000"/>
              <a:gd name="connsiteX12" fmla="*/ 1 w 12192002"/>
              <a:gd name="connsiteY12" fmla="*/ 6858000 h 6858000"/>
              <a:gd name="connsiteX13" fmla="*/ 3 w 12192002"/>
              <a:gd name="connsiteY13" fmla="*/ 108001 h 6858000"/>
              <a:gd name="connsiteX14" fmla="*/ 0 w 12192002"/>
              <a:gd name="connsiteY14" fmla="*/ 108001 h 6858000"/>
              <a:gd name="connsiteX15" fmla="*/ 0 w 12192002"/>
              <a:gd name="connsiteY15" fmla="*/ 1 h 6858000"/>
              <a:gd name="connsiteX16" fmla="*/ 3 w 12192002"/>
              <a:gd name="connsiteY16" fmla="*/ 1 h 6858000"/>
              <a:gd name="connsiteX17" fmla="*/ 3 w 12192002"/>
              <a:gd name="connsiteY17" fmla="*/ 0 h 6858000"/>
              <a:gd name="connsiteX18" fmla="*/ 108003 w 12192002"/>
              <a:gd name="connsiteY18" fmla="*/ 0 h 6858000"/>
              <a:gd name="connsiteX19" fmla="*/ 108003 w 12192002"/>
              <a:gd name="connsiteY19" fmla="*/ 1 h 6858000"/>
              <a:gd name="connsiteX20" fmla="*/ 12084002 w 12192002"/>
              <a:gd name="connsiteY20" fmla="*/ 1 h 6858000"/>
              <a:gd name="connsiteX0" fmla="*/ 108003 w 12192002"/>
              <a:gd name="connsiteY0" fmla="*/ 108001 h 6858000"/>
              <a:gd name="connsiteX1" fmla="*/ 108003 w 12192002"/>
              <a:gd name="connsiteY1" fmla="*/ 6750000 h 6858000"/>
              <a:gd name="connsiteX2" fmla="*/ 12084002 w 12192002"/>
              <a:gd name="connsiteY2" fmla="*/ 6750000 h 6858000"/>
              <a:gd name="connsiteX3" fmla="*/ 12084002 w 12192002"/>
              <a:gd name="connsiteY3" fmla="*/ 108001 h 6858000"/>
              <a:gd name="connsiteX4" fmla="*/ 108003 w 12192002"/>
              <a:gd name="connsiteY4" fmla="*/ 108001 h 6858000"/>
              <a:gd name="connsiteX5" fmla="*/ 12084002 w 12192002"/>
              <a:gd name="connsiteY5" fmla="*/ 1 h 6858000"/>
              <a:gd name="connsiteX6" fmla="*/ 12192002 w 12192002"/>
              <a:gd name="connsiteY6" fmla="*/ 0 h 6858000"/>
              <a:gd name="connsiteX7" fmla="*/ 12192002 w 12192002"/>
              <a:gd name="connsiteY7" fmla="*/ 1 h 6858000"/>
              <a:gd name="connsiteX8" fmla="*/ 12192002 w 12192002"/>
              <a:gd name="connsiteY8" fmla="*/ 6858000 h 6858000"/>
              <a:gd name="connsiteX9" fmla="*/ 12192002 w 12192002"/>
              <a:gd name="connsiteY9" fmla="*/ 6858000 h 6858000"/>
              <a:gd name="connsiteX10" fmla="*/ 3 w 12192002"/>
              <a:gd name="connsiteY10" fmla="*/ 6858000 h 6858000"/>
              <a:gd name="connsiteX11" fmla="*/ 3 w 12192002"/>
              <a:gd name="connsiteY11" fmla="*/ 6858000 h 6858000"/>
              <a:gd name="connsiteX12" fmla="*/ 1 w 12192002"/>
              <a:gd name="connsiteY12" fmla="*/ 6858000 h 6858000"/>
              <a:gd name="connsiteX13" fmla="*/ 3 w 12192002"/>
              <a:gd name="connsiteY13" fmla="*/ 108001 h 6858000"/>
              <a:gd name="connsiteX14" fmla="*/ 0 w 12192002"/>
              <a:gd name="connsiteY14" fmla="*/ 1 h 6858000"/>
              <a:gd name="connsiteX15" fmla="*/ 3 w 12192002"/>
              <a:gd name="connsiteY15" fmla="*/ 1 h 6858000"/>
              <a:gd name="connsiteX16" fmla="*/ 3 w 12192002"/>
              <a:gd name="connsiteY16" fmla="*/ 0 h 6858000"/>
              <a:gd name="connsiteX17" fmla="*/ 108003 w 12192002"/>
              <a:gd name="connsiteY17" fmla="*/ 0 h 6858000"/>
              <a:gd name="connsiteX18" fmla="*/ 108003 w 12192002"/>
              <a:gd name="connsiteY18" fmla="*/ 1 h 6858000"/>
              <a:gd name="connsiteX19" fmla="*/ 12084002 w 12192002"/>
              <a:gd name="connsiteY19" fmla="*/ 1 h 6858000"/>
              <a:gd name="connsiteX0" fmla="*/ 108003 w 12192002"/>
              <a:gd name="connsiteY0" fmla="*/ 616000 h 7365999"/>
              <a:gd name="connsiteX1" fmla="*/ 108003 w 12192002"/>
              <a:gd name="connsiteY1" fmla="*/ 7257999 h 7365999"/>
              <a:gd name="connsiteX2" fmla="*/ 12084002 w 12192002"/>
              <a:gd name="connsiteY2" fmla="*/ 7257999 h 7365999"/>
              <a:gd name="connsiteX3" fmla="*/ 12084002 w 12192002"/>
              <a:gd name="connsiteY3" fmla="*/ 616000 h 7365999"/>
              <a:gd name="connsiteX4" fmla="*/ 108003 w 12192002"/>
              <a:gd name="connsiteY4" fmla="*/ 616000 h 7365999"/>
              <a:gd name="connsiteX5" fmla="*/ 12084002 w 12192002"/>
              <a:gd name="connsiteY5" fmla="*/ 508000 h 7365999"/>
              <a:gd name="connsiteX6" fmla="*/ 12192002 w 12192002"/>
              <a:gd name="connsiteY6" fmla="*/ 507999 h 7365999"/>
              <a:gd name="connsiteX7" fmla="*/ 12192002 w 12192002"/>
              <a:gd name="connsiteY7" fmla="*/ 508000 h 7365999"/>
              <a:gd name="connsiteX8" fmla="*/ 12192002 w 12192002"/>
              <a:gd name="connsiteY8" fmla="*/ 7365999 h 7365999"/>
              <a:gd name="connsiteX9" fmla="*/ 12192002 w 12192002"/>
              <a:gd name="connsiteY9" fmla="*/ 7365999 h 7365999"/>
              <a:gd name="connsiteX10" fmla="*/ 3 w 12192002"/>
              <a:gd name="connsiteY10" fmla="*/ 7365999 h 7365999"/>
              <a:gd name="connsiteX11" fmla="*/ 3 w 12192002"/>
              <a:gd name="connsiteY11" fmla="*/ 7365999 h 7365999"/>
              <a:gd name="connsiteX12" fmla="*/ 1 w 12192002"/>
              <a:gd name="connsiteY12" fmla="*/ 7365999 h 7365999"/>
              <a:gd name="connsiteX13" fmla="*/ 0 w 12192002"/>
              <a:gd name="connsiteY13" fmla="*/ 508000 h 7365999"/>
              <a:gd name="connsiteX14" fmla="*/ 3 w 12192002"/>
              <a:gd name="connsiteY14" fmla="*/ 508000 h 7365999"/>
              <a:gd name="connsiteX15" fmla="*/ 3 w 12192002"/>
              <a:gd name="connsiteY15" fmla="*/ 507999 h 7365999"/>
              <a:gd name="connsiteX16" fmla="*/ 108003 w 12192002"/>
              <a:gd name="connsiteY16" fmla="*/ 507999 h 7365999"/>
              <a:gd name="connsiteX17" fmla="*/ 108003 w 12192002"/>
              <a:gd name="connsiteY17" fmla="*/ 508000 h 7365999"/>
              <a:gd name="connsiteX18" fmla="*/ 12084002 w 12192002"/>
              <a:gd name="connsiteY18" fmla="*/ 508000 h 7365999"/>
              <a:gd name="connsiteX0" fmla="*/ 108003 w 12192002"/>
              <a:gd name="connsiteY0" fmla="*/ 616000 h 7365999"/>
              <a:gd name="connsiteX1" fmla="*/ 108003 w 12192002"/>
              <a:gd name="connsiteY1" fmla="*/ 7257999 h 7365999"/>
              <a:gd name="connsiteX2" fmla="*/ 12084002 w 12192002"/>
              <a:gd name="connsiteY2" fmla="*/ 7257999 h 7365999"/>
              <a:gd name="connsiteX3" fmla="*/ 12084002 w 12192002"/>
              <a:gd name="connsiteY3" fmla="*/ 616000 h 7365999"/>
              <a:gd name="connsiteX4" fmla="*/ 108003 w 12192002"/>
              <a:gd name="connsiteY4" fmla="*/ 616000 h 7365999"/>
              <a:gd name="connsiteX5" fmla="*/ 12084002 w 12192002"/>
              <a:gd name="connsiteY5" fmla="*/ 508000 h 7365999"/>
              <a:gd name="connsiteX6" fmla="*/ 12192002 w 12192002"/>
              <a:gd name="connsiteY6" fmla="*/ 507999 h 7365999"/>
              <a:gd name="connsiteX7" fmla="*/ 12192002 w 12192002"/>
              <a:gd name="connsiteY7" fmla="*/ 508000 h 7365999"/>
              <a:gd name="connsiteX8" fmla="*/ 12192002 w 12192002"/>
              <a:gd name="connsiteY8" fmla="*/ 7365999 h 7365999"/>
              <a:gd name="connsiteX9" fmla="*/ 12192002 w 12192002"/>
              <a:gd name="connsiteY9" fmla="*/ 7365999 h 7365999"/>
              <a:gd name="connsiteX10" fmla="*/ 3 w 12192002"/>
              <a:gd name="connsiteY10" fmla="*/ 7365999 h 7365999"/>
              <a:gd name="connsiteX11" fmla="*/ 3 w 12192002"/>
              <a:gd name="connsiteY11" fmla="*/ 7365999 h 7365999"/>
              <a:gd name="connsiteX12" fmla="*/ 1 w 12192002"/>
              <a:gd name="connsiteY12" fmla="*/ 7365999 h 7365999"/>
              <a:gd name="connsiteX13" fmla="*/ 0 w 12192002"/>
              <a:gd name="connsiteY13" fmla="*/ 508000 h 7365999"/>
              <a:gd name="connsiteX14" fmla="*/ 3 w 12192002"/>
              <a:gd name="connsiteY14" fmla="*/ 508000 h 7365999"/>
              <a:gd name="connsiteX15" fmla="*/ 3 w 12192002"/>
              <a:gd name="connsiteY15" fmla="*/ 507999 h 7365999"/>
              <a:gd name="connsiteX16" fmla="*/ 108003 w 12192002"/>
              <a:gd name="connsiteY16" fmla="*/ 507999 h 7365999"/>
              <a:gd name="connsiteX17" fmla="*/ 12084002 w 12192002"/>
              <a:gd name="connsiteY17" fmla="*/ 508000 h 7365999"/>
              <a:gd name="connsiteX0" fmla="*/ 108003 w 12192002"/>
              <a:gd name="connsiteY0" fmla="*/ 616000 h 7365999"/>
              <a:gd name="connsiteX1" fmla="*/ 108003 w 12192002"/>
              <a:gd name="connsiteY1" fmla="*/ 7257999 h 7365999"/>
              <a:gd name="connsiteX2" fmla="*/ 12084002 w 12192002"/>
              <a:gd name="connsiteY2" fmla="*/ 7257999 h 7365999"/>
              <a:gd name="connsiteX3" fmla="*/ 12084002 w 12192002"/>
              <a:gd name="connsiteY3" fmla="*/ 616000 h 7365999"/>
              <a:gd name="connsiteX4" fmla="*/ 108003 w 12192002"/>
              <a:gd name="connsiteY4" fmla="*/ 616000 h 7365999"/>
              <a:gd name="connsiteX5" fmla="*/ 12084002 w 12192002"/>
              <a:gd name="connsiteY5" fmla="*/ 508000 h 7365999"/>
              <a:gd name="connsiteX6" fmla="*/ 12192002 w 12192002"/>
              <a:gd name="connsiteY6" fmla="*/ 507999 h 7365999"/>
              <a:gd name="connsiteX7" fmla="*/ 12192002 w 12192002"/>
              <a:gd name="connsiteY7" fmla="*/ 508000 h 7365999"/>
              <a:gd name="connsiteX8" fmla="*/ 12192002 w 12192002"/>
              <a:gd name="connsiteY8" fmla="*/ 7365999 h 7365999"/>
              <a:gd name="connsiteX9" fmla="*/ 12192002 w 12192002"/>
              <a:gd name="connsiteY9" fmla="*/ 7365999 h 7365999"/>
              <a:gd name="connsiteX10" fmla="*/ 3 w 12192002"/>
              <a:gd name="connsiteY10" fmla="*/ 7365999 h 7365999"/>
              <a:gd name="connsiteX11" fmla="*/ 3 w 12192002"/>
              <a:gd name="connsiteY11" fmla="*/ 7365999 h 7365999"/>
              <a:gd name="connsiteX12" fmla="*/ 1 w 12192002"/>
              <a:gd name="connsiteY12" fmla="*/ 7365999 h 7365999"/>
              <a:gd name="connsiteX13" fmla="*/ 0 w 12192002"/>
              <a:gd name="connsiteY13" fmla="*/ 508000 h 7365999"/>
              <a:gd name="connsiteX14" fmla="*/ 3 w 12192002"/>
              <a:gd name="connsiteY14" fmla="*/ 508000 h 7365999"/>
              <a:gd name="connsiteX15" fmla="*/ 3 w 12192002"/>
              <a:gd name="connsiteY15" fmla="*/ 507999 h 7365999"/>
              <a:gd name="connsiteX16" fmla="*/ 12084002 w 12192002"/>
              <a:gd name="connsiteY16" fmla="*/ 508000 h 7365999"/>
              <a:gd name="connsiteX0" fmla="*/ 108003 w 12192002"/>
              <a:gd name="connsiteY0" fmla="*/ 616000 h 7365999"/>
              <a:gd name="connsiteX1" fmla="*/ 108003 w 12192002"/>
              <a:gd name="connsiteY1" fmla="*/ 7257999 h 7365999"/>
              <a:gd name="connsiteX2" fmla="*/ 12084002 w 12192002"/>
              <a:gd name="connsiteY2" fmla="*/ 7257999 h 7365999"/>
              <a:gd name="connsiteX3" fmla="*/ 12084002 w 12192002"/>
              <a:gd name="connsiteY3" fmla="*/ 616000 h 7365999"/>
              <a:gd name="connsiteX4" fmla="*/ 108003 w 12192002"/>
              <a:gd name="connsiteY4" fmla="*/ 616000 h 7365999"/>
              <a:gd name="connsiteX5" fmla="*/ 3 w 12192002"/>
              <a:gd name="connsiteY5" fmla="*/ 507999 h 7365999"/>
              <a:gd name="connsiteX6" fmla="*/ 12192002 w 12192002"/>
              <a:gd name="connsiteY6" fmla="*/ 507999 h 7365999"/>
              <a:gd name="connsiteX7" fmla="*/ 12192002 w 12192002"/>
              <a:gd name="connsiteY7" fmla="*/ 508000 h 7365999"/>
              <a:gd name="connsiteX8" fmla="*/ 12192002 w 12192002"/>
              <a:gd name="connsiteY8" fmla="*/ 7365999 h 7365999"/>
              <a:gd name="connsiteX9" fmla="*/ 12192002 w 12192002"/>
              <a:gd name="connsiteY9" fmla="*/ 7365999 h 7365999"/>
              <a:gd name="connsiteX10" fmla="*/ 3 w 12192002"/>
              <a:gd name="connsiteY10" fmla="*/ 7365999 h 7365999"/>
              <a:gd name="connsiteX11" fmla="*/ 3 w 12192002"/>
              <a:gd name="connsiteY11" fmla="*/ 7365999 h 7365999"/>
              <a:gd name="connsiteX12" fmla="*/ 1 w 12192002"/>
              <a:gd name="connsiteY12" fmla="*/ 7365999 h 7365999"/>
              <a:gd name="connsiteX13" fmla="*/ 0 w 12192002"/>
              <a:gd name="connsiteY13" fmla="*/ 508000 h 7365999"/>
              <a:gd name="connsiteX14" fmla="*/ 3 w 12192002"/>
              <a:gd name="connsiteY14" fmla="*/ 508000 h 7365999"/>
              <a:gd name="connsiteX15" fmla="*/ 3 w 12192002"/>
              <a:gd name="connsiteY15" fmla="*/ 507999 h 736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2" h="7365999">
                <a:moveTo>
                  <a:pt x="108003" y="616000"/>
                </a:moveTo>
                <a:lnTo>
                  <a:pt x="108003" y="7257999"/>
                </a:lnTo>
                <a:lnTo>
                  <a:pt x="12084002" y="7257999"/>
                </a:lnTo>
                <a:lnTo>
                  <a:pt x="12084002" y="616000"/>
                </a:lnTo>
                <a:lnTo>
                  <a:pt x="108003" y="616000"/>
                </a:lnTo>
                <a:close/>
                <a:moveTo>
                  <a:pt x="3" y="507999"/>
                </a:moveTo>
                <a:lnTo>
                  <a:pt x="12192002" y="507999"/>
                </a:lnTo>
                <a:lnTo>
                  <a:pt x="12192002" y="508000"/>
                </a:lnTo>
                <a:lnTo>
                  <a:pt x="12192002" y="7365999"/>
                </a:lnTo>
                <a:lnTo>
                  <a:pt x="12192002" y="7365999"/>
                </a:lnTo>
                <a:lnTo>
                  <a:pt x="3" y="7365999"/>
                </a:lnTo>
                <a:lnTo>
                  <a:pt x="3" y="7365999"/>
                </a:lnTo>
                <a:lnTo>
                  <a:pt x="1" y="7365999"/>
                </a:lnTo>
                <a:cubicBezTo>
                  <a:pt x="1" y="6222999"/>
                  <a:pt x="0" y="1651000"/>
                  <a:pt x="0" y="508000"/>
                </a:cubicBezTo>
                <a:cubicBezTo>
                  <a:pt x="0" y="-635000"/>
                  <a:pt x="2" y="508000"/>
                  <a:pt x="3" y="508000"/>
                </a:cubicBezTo>
                <a:lnTo>
                  <a:pt x="3" y="507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9C3784DF-E1D2-6717-B72E-EB678C6438A6}"/>
              </a:ext>
            </a:extLst>
          </p:cNvPr>
          <p:cNvPicPr>
            <a:picLocks noChangeAspect="1"/>
          </p:cNvPicPr>
          <p:nvPr userDrawn="1"/>
        </p:nvPicPr>
        <p:blipFill>
          <a:blip r:embed="rId5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6700" y="6231442"/>
            <a:ext cx="1207870" cy="67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2734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649" r:id="rId22"/>
    <p:sldLayoutId id="2147483660" r:id="rId23"/>
    <p:sldLayoutId id="2147483675" r:id="rId24"/>
    <p:sldLayoutId id="2147483662" r:id="rId25"/>
    <p:sldLayoutId id="2147483663" r:id="rId26"/>
    <p:sldLayoutId id="2147483664" r:id="rId27"/>
    <p:sldLayoutId id="2147483665" r:id="rId28"/>
    <p:sldLayoutId id="2147483666" r:id="rId29"/>
    <p:sldLayoutId id="2147483653" r:id="rId30"/>
    <p:sldLayoutId id="2147483668" r:id="rId31"/>
    <p:sldLayoutId id="2147483669" r:id="rId32"/>
    <p:sldLayoutId id="2147483652" r:id="rId33"/>
    <p:sldLayoutId id="2147483656" r:id="rId34"/>
    <p:sldLayoutId id="2147483670" r:id="rId35"/>
    <p:sldLayoutId id="2147483671" r:id="rId36"/>
    <p:sldLayoutId id="2147483672" r:id="rId37"/>
    <p:sldLayoutId id="2147483673" r:id="rId38"/>
    <p:sldLayoutId id="2147483657" r:id="rId39"/>
    <p:sldLayoutId id="2147483654" r:id="rId40"/>
    <p:sldLayoutId id="2147483677" r:id="rId41"/>
    <p:sldLayoutId id="2147483678" r:id="rId42"/>
    <p:sldLayoutId id="2147483667" r:id="rId43"/>
    <p:sldLayoutId id="2147483679" r:id="rId44"/>
    <p:sldLayoutId id="2147483680" r:id="rId45"/>
    <p:sldLayoutId id="2147483681" r:id="rId46"/>
    <p:sldLayoutId id="2147483655" r:id="rId4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ép helyőrzője 10" descr="Egy kerékpár első kereke egy épület előtt, egy sportcipőt viselő ember lábával&#10;">
            <a:extLst>
              <a:ext uri="{FF2B5EF4-FFF2-40B4-BE49-F238E27FC236}">
                <a16:creationId xmlns:a16="http://schemas.microsoft.com/office/drawing/2014/main" id="{4148EE3D-B18F-4050-A0E4-BB79AF76A4A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" r="7"/>
          <a:stretch>
            <a:fillRect/>
          </a:stretch>
        </p:blipFill>
        <p:spPr/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385DE16E-1A6B-4502-BE86-BD1EA651BA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3968" y="1542039"/>
            <a:ext cx="2621949" cy="747897"/>
          </a:xfrm>
        </p:spPr>
        <p:txBody>
          <a:bodyPr rtlCol="0"/>
          <a:lstStyle/>
          <a:p>
            <a:pPr algn="ctr" rtl="0"/>
            <a:r>
              <a:rPr lang="hu-HU" sz="5400" dirty="0" err="1"/>
              <a:t>Retro</a:t>
            </a:r>
            <a:r>
              <a:rPr lang="hu-HU" sz="5400" dirty="0"/>
              <a:t> 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52320BC-C906-49F3-BFB7-80139C4270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67727" y="4263551"/>
            <a:ext cx="4736077" cy="1715830"/>
          </a:xfrm>
          <a:solidFill>
            <a:schemeClr val="bg1"/>
          </a:solidFill>
        </p:spPr>
        <p:txBody>
          <a:bodyPr rtlCol="0"/>
          <a:lstStyle/>
          <a:p>
            <a:pPr rtl="0"/>
            <a:r>
              <a:rPr lang="hu-HU" noProof="1">
                <a:solidFill>
                  <a:schemeClr val="tx1"/>
                </a:solidFill>
              </a:rPr>
              <a:t>Prepared by: 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hu-HU" noProof="1">
                <a:solidFill>
                  <a:schemeClr val="tx1"/>
                </a:solidFill>
              </a:rPr>
              <a:t>Gál Martin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hu-HU" noProof="1">
                <a:solidFill>
                  <a:schemeClr val="tx1"/>
                </a:solidFill>
              </a:rPr>
              <a:t>Hermann Máté 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hu-HU" noProof="1">
                <a:solidFill>
                  <a:schemeClr val="tx1"/>
                </a:solidFill>
              </a:rPr>
              <a:t>Pancza Milán</a:t>
            </a:r>
          </a:p>
        </p:txBody>
      </p:sp>
      <p:grpSp>
        <p:nvGrpSpPr>
          <p:cNvPr id="4" name="Csoport 3" descr="Három, a kép egyes részeit kiemelő háromszög">
            <a:extLst>
              <a:ext uri="{FF2B5EF4-FFF2-40B4-BE49-F238E27FC236}">
                <a16:creationId xmlns:a16="http://schemas.microsoft.com/office/drawing/2014/main" id="{2D5C8341-DC6A-4348-90C6-7D96336E23A4}"/>
              </a:ext>
            </a:extLst>
          </p:cNvPr>
          <p:cNvGrpSpPr/>
          <p:nvPr/>
        </p:nvGrpSpPr>
        <p:grpSpPr>
          <a:xfrm>
            <a:off x="2259641" y="2040344"/>
            <a:ext cx="1969659" cy="2593986"/>
            <a:chOff x="2259641" y="2040344"/>
            <a:chExt cx="1969659" cy="2593986"/>
          </a:xfrm>
        </p:grpSpPr>
        <p:sp>
          <p:nvSpPr>
            <p:cNvPr id="21" name="Egyenlő szárú háromszög 20" descr="Díszítő háromszög">
              <a:extLst>
                <a:ext uri="{FF2B5EF4-FFF2-40B4-BE49-F238E27FC236}">
                  <a16:creationId xmlns:a16="http://schemas.microsoft.com/office/drawing/2014/main" id="{842A5801-9929-4849-BB70-665479BCAD9F}"/>
                </a:ext>
              </a:extLst>
            </p:cNvPr>
            <p:cNvSpPr/>
            <p:nvPr/>
          </p:nvSpPr>
          <p:spPr>
            <a:xfrm rot="10800000">
              <a:off x="2739123" y="2040344"/>
              <a:ext cx="740512" cy="503107"/>
            </a:xfrm>
            <a:prstGeom prst="triangl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dirty="0"/>
            </a:p>
          </p:txBody>
        </p:sp>
        <p:sp>
          <p:nvSpPr>
            <p:cNvPr id="22" name="Egyenlő szárú háromszög 21" descr="Díszítő háromszög">
              <a:extLst>
                <a:ext uri="{FF2B5EF4-FFF2-40B4-BE49-F238E27FC236}">
                  <a16:creationId xmlns:a16="http://schemas.microsoft.com/office/drawing/2014/main" id="{C55A5A72-BCE3-43E5-B9EC-133727EDFE71}"/>
                </a:ext>
              </a:extLst>
            </p:cNvPr>
            <p:cNvSpPr/>
            <p:nvPr/>
          </p:nvSpPr>
          <p:spPr>
            <a:xfrm rot="10800000">
              <a:off x="2259641" y="2900399"/>
              <a:ext cx="1689239" cy="1147676"/>
            </a:xfrm>
            <a:prstGeom prst="triangl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dirty="0"/>
            </a:p>
          </p:txBody>
        </p:sp>
        <p:sp>
          <p:nvSpPr>
            <p:cNvPr id="23" name="Egyenlő szárú háromszög 22" descr="Díszítő háromszög">
              <a:extLst>
                <a:ext uri="{FF2B5EF4-FFF2-40B4-BE49-F238E27FC236}">
                  <a16:creationId xmlns:a16="http://schemas.microsoft.com/office/drawing/2014/main" id="{655C0B66-681D-4015-BBF2-03DAF6FB834F}"/>
                </a:ext>
              </a:extLst>
            </p:cNvPr>
            <p:cNvSpPr/>
            <p:nvPr/>
          </p:nvSpPr>
          <p:spPr>
            <a:xfrm>
              <a:off x="3683558" y="4263551"/>
              <a:ext cx="545742" cy="370779"/>
            </a:xfrm>
            <a:prstGeom prst="triangl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dirty="0"/>
            </a:p>
          </p:txBody>
        </p:sp>
      </p:grpSp>
      <p:sp>
        <p:nvSpPr>
          <p:cNvPr id="42" name="Cím 1">
            <a:extLst>
              <a:ext uri="{FF2B5EF4-FFF2-40B4-BE49-F238E27FC236}">
                <a16:creationId xmlns:a16="http://schemas.microsoft.com/office/drawing/2014/main" id="{D2A66A00-2AF9-4C25-8355-C424244C6BC4}"/>
              </a:ext>
            </a:extLst>
          </p:cNvPr>
          <p:cNvSpPr txBox="1">
            <a:spLocks/>
          </p:cNvSpPr>
          <p:nvPr/>
        </p:nvSpPr>
        <p:spPr>
          <a:xfrm>
            <a:off x="6681838" y="2289936"/>
            <a:ext cx="5057633" cy="132959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  <a:scene3d>
              <a:camera prst="perspectiveContrastingLeftFacing" fov="6300000">
                <a:rot lat="20400000" lon="780000" rev="0"/>
              </a:camera>
              <a:lightRig rig="freezing" dir="t">
                <a:rot lat="0" lon="0" rev="600000"/>
              </a:lightRig>
            </a:scene3d>
            <a:sp3d extrusionH="196850" contourW="25400" prstMaterial="clear">
              <a:bevelT w="44450" h="38100" prst="relaxedInset"/>
              <a:bevelB w="82550" h="38100" prst="coolSlant"/>
              <a:contourClr>
                <a:schemeClr val="accent1">
                  <a:lumMod val="20000"/>
                  <a:lumOff val="80000"/>
                </a:schemeClr>
              </a:contourClr>
            </a:sp3d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lang="en-ZA" sz="7000" b="1" spc="-600" dirty="0">
                <a:gradFill>
                  <a:gsLst>
                    <a:gs pos="0">
                      <a:srgbClr val="C5ECF1"/>
                    </a:gs>
                    <a:gs pos="48000">
                      <a:srgbClr val="6FC0EF"/>
                    </a:gs>
                    <a:gs pos="48000">
                      <a:srgbClr val="235FA8"/>
                    </a:gs>
                    <a:gs pos="98230">
                      <a:schemeClr val="bg1"/>
                    </a:gs>
                    <a:gs pos="79000">
                      <a:srgbClr val="FDFCFC"/>
                    </a:gs>
                  </a:gsLst>
                  <a:lin ang="5400000" scaled="1"/>
                </a:gradFill>
                <a:effectLst>
                  <a:glow rad="152400">
                    <a:srgbClr val="7030A0">
                      <a:alpha val="40000"/>
                    </a:srgbClr>
                  </a:glow>
                  <a:outerShdw blurRad="25400" dist="25400" dir="2400000" algn="tl" rotWithShape="0">
                    <a:srgbClr val="FF0066"/>
                  </a:outerShdw>
                </a:effectLst>
                <a:latin typeface="Century Gothic" panose="020B0502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algn="ctr" rtl="0"/>
            <a:r>
              <a:rPr lang="hu-HU" sz="9600" dirty="0" err="1"/>
              <a:t>Vintage</a:t>
            </a:r>
            <a:endParaRPr lang="hu-HU" sz="9600" dirty="0"/>
          </a:p>
        </p:txBody>
      </p:sp>
      <p:pic>
        <p:nvPicPr>
          <p:cNvPr id="6" name="Kép 5" descr="A képen poszter, szöveg, Grafikus tervezés, Grafika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4DF4E9FC-B819-9760-9B73-6E366C0A2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6083" y="1882825"/>
            <a:ext cx="30861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23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Kép helyőrzője 37" descr="Régi aranysárga autó az úton, barna fák előtt">
            <a:extLst>
              <a:ext uri="{FF2B5EF4-FFF2-40B4-BE49-F238E27FC236}">
                <a16:creationId xmlns:a16="http://schemas.microsoft.com/office/drawing/2014/main" id="{9DB4AA5D-EC26-42FF-B721-D6B63F126D52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6" r="26"/>
          <a:stretch/>
        </p:blipFill>
        <p:spPr/>
      </p:pic>
      <p:sp>
        <p:nvSpPr>
          <p:cNvPr id="5" name="Tartalom helye 4">
            <a:extLst>
              <a:ext uri="{FF2B5EF4-FFF2-40B4-BE49-F238E27FC236}">
                <a16:creationId xmlns:a16="http://schemas.microsoft.com/office/drawing/2014/main" id="{E9387D84-59D0-407F-B754-632FFF8DF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5675" y="2100748"/>
            <a:ext cx="4348301" cy="1689151"/>
          </a:xfrm>
        </p:spPr>
        <p:txBody>
          <a:bodyPr rtlCol="0">
            <a:normAutofit/>
          </a:bodyPr>
          <a:lstStyle/>
          <a:p>
            <a:pPr marL="0" indent="0" rtl="0">
              <a:lnSpc>
                <a:spcPts val="2200"/>
              </a:lnSpc>
              <a:spcBef>
                <a:spcPts val="0"/>
              </a:spcBef>
              <a:buNone/>
            </a:pPr>
            <a:r>
              <a:rPr lang="hu-HU" sz="2400" dirty="0"/>
              <a:t>A projektünk egy </a:t>
            </a:r>
            <a:r>
              <a:rPr lang="hu-HU" sz="2400" dirty="0" err="1"/>
              <a:t>Retro</a:t>
            </a:r>
            <a:r>
              <a:rPr lang="hu-HU" sz="2400" dirty="0"/>
              <a:t> </a:t>
            </a:r>
            <a:r>
              <a:rPr lang="hu-HU" sz="2400" dirty="0" err="1"/>
              <a:t>Vintage</a:t>
            </a:r>
            <a:r>
              <a:rPr lang="hu-HU" sz="2400" dirty="0"/>
              <a:t> nevű weboldal, amelynek célja a valódi </a:t>
            </a:r>
            <a:r>
              <a:rPr lang="hu-HU" sz="2400" dirty="0" err="1"/>
              <a:t>retro</a:t>
            </a:r>
            <a:r>
              <a:rPr lang="hu-HU" sz="2400" dirty="0"/>
              <a:t> termékek értékesítése</a:t>
            </a:r>
          </a:p>
        </p:txBody>
      </p:sp>
      <p:sp>
        <p:nvSpPr>
          <p:cNvPr id="4" name="Cím 3">
            <a:extLst>
              <a:ext uri="{FF2B5EF4-FFF2-40B4-BE49-F238E27FC236}">
                <a16:creationId xmlns:a16="http://schemas.microsoft.com/office/drawing/2014/main" id="{46FA783B-2A96-465F-931A-E2DD81D28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dirty="0" err="1"/>
              <a:t>Presentation</a:t>
            </a:r>
            <a:endParaRPr lang="hu-HU" dirty="0"/>
          </a:p>
        </p:txBody>
      </p:sp>
      <p:grpSp>
        <p:nvGrpSpPr>
          <p:cNvPr id="2" name="Csoport 1" descr="Három, a kép egyes részeit kiemelő háromszög">
            <a:extLst>
              <a:ext uri="{FF2B5EF4-FFF2-40B4-BE49-F238E27FC236}">
                <a16:creationId xmlns:a16="http://schemas.microsoft.com/office/drawing/2014/main" id="{B4815C37-BD9E-43A0-B8B0-69DFC288E7CE}"/>
              </a:ext>
            </a:extLst>
          </p:cNvPr>
          <p:cNvGrpSpPr/>
          <p:nvPr/>
        </p:nvGrpSpPr>
        <p:grpSpPr>
          <a:xfrm>
            <a:off x="2743307" y="1421269"/>
            <a:ext cx="1969659" cy="2593986"/>
            <a:chOff x="2743307" y="1421269"/>
            <a:chExt cx="1969659" cy="2593986"/>
          </a:xfrm>
        </p:grpSpPr>
        <p:sp>
          <p:nvSpPr>
            <p:cNvPr id="27" name="Egyenlő szárú háromszög 26" descr="Díszítő háromszög">
              <a:extLst>
                <a:ext uri="{FF2B5EF4-FFF2-40B4-BE49-F238E27FC236}">
                  <a16:creationId xmlns:a16="http://schemas.microsoft.com/office/drawing/2014/main" id="{AF43AC19-9857-4182-92FA-671EBE1517FF}"/>
                </a:ext>
              </a:extLst>
            </p:cNvPr>
            <p:cNvSpPr/>
            <p:nvPr/>
          </p:nvSpPr>
          <p:spPr>
            <a:xfrm rot="10800000">
              <a:off x="3222789" y="1421269"/>
              <a:ext cx="740512" cy="503107"/>
            </a:xfrm>
            <a:prstGeom prst="triangl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dirty="0"/>
            </a:p>
          </p:txBody>
        </p:sp>
        <p:sp>
          <p:nvSpPr>
            <p:cNvPr id="28" name="Egyenlő szárú háromszög 27" descr="Díszítő háromszög">
              <a:extLst>
                <a:ext uri="{FF2B5EF4-FFF2-40B4-BE49-F238E27FC236}">
                  <a16:creationId xmlns:a16="http://schemas.microsoft.com/office/drawing/2014/main" id="{1AEFFFFC-2F55-474E-BE2B-34F6565E0AFA}"/>
                </a:ext>
              </a:extLst>
            </p:cNvPr>
            <p:cNvSpPr/>
            <p:nvPr/>
          </p:nvSpPr>
          <p:spPr>
            <a:xfrm rot="10800000">
              <a:off x="2743307" y="2281324"/>
              <a:ext cx="1689239" cy="1147676"/>
            </a:xfrm>
            <a:prstGeom prst="triangl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dirty="0"/>
            </a:p>
          </p:txBody>
        </p:sp>
        <p:sp>
          <p:nvSpPr>
            <p:cNvPr id="29" name="Egyenlő szárú háromszög 28" descr="Díszítő háromszög">
              <a:extLst>
                <a:ext uri="{FF2B5EF4-FFF2-40B4-BE49-F238E27FC236}">
                  <a16:creationId xmlns:a16="http://schemas.microsoft.com/office/drawing/2014/main" id="{5F00BDF3-3184-4AE2-B847-24595A3C55A5}"/>
                </a:ext>
              </a:extLst>
            </p:cNvPr>
            <p:cNvSpPr/>
            <p:nvPr/>
          </p:nvSpPr>
          <p:spPr>
            <a:xfrm>
              <a:off x="4167224" y="3644476"/>
              <a:ext cx="545742" cy="370779"/>
            </a:xfrm>
            <a:prstGeom prst="triangl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dirty="0"/>
            </a:p>
          </p:txBody>
        </p:sp>
      </p:grpSp>
      <p:cxnSp>
        <p:nvCxnSpPr>
          <p:cNvPr id="40" name="Egyenes összekötő 39" descr="Elválasztó">
            <a:extLst>
              <a:ext uri="{FF2B5EF4-FFF2-40B4-BE49-F238E27FC236}">
                <a16:creationId xmlns:a16="http://schemas.microsoft.com/office/drawing/2014/main" id="{F598035F-AEB0-448B-8CFD-03AEC41F6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628422" y="1233663"/>
            <a:ext cx="0" cy="465092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artalom helye 4">
            <a:extLst>
              <a:ext uri="{FF2B5EF4-FFF2-40B4-BE49-F238E27FC236}">
                <a16:creationId xmlns:a16="http://schemas.microsoft.com/office/drawing/2014/main" id="{DDEF8F4C-1805-4BA1-B749-8238752D9781}"/>
              </a:ext>
            </a:extLst>
          </p:cNvPr>
          <p:cNvSpPr txBox="1">
            <a:spLocks/>
          </p:cNvSpPr>
          <p:nvPr/>
        </p:nvSpPr>
        <p:spPr>
          <a:xfrm>
            <a:off x="9333898" y="1151999"/>
            <a:ext cx="2495550" cy="3192707"/>
          </a:xfrm>
          <a:prstGeom prst="rect">
            <a:avLst/>
          </a:prstGeom>
        </p:spPr>
        <p:txBody>
          <a:bodyPr vert="horz" wrap="square" lIns="0" tIns="0" rIns="0" bIns="0" numCol="1" spcCol="0" rtlCol="0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lnSpc>
                <a:spcPts val="2200"/>
              </a:lnSpc>
              <a:spcBef>
                <a:spcPts val="0"/>
              </a:spcBef>
              <a:buNone/>
            </a:pPr>
            <a:endParaRPr lang="hu-HU" sz="1400" dirty="0"/>
          </a:p>
          <a:p>
            <a:pPr marL="0" indent="0" rtl="0">
              <a:lnSpc>
                <a:spcPts val="2200"/>
              </a:lnSpc>
              <a:spcBef>
                <a:spcPts val="0"/>
              </a:spcBef>
              <a:buNone/>
            </a:pPr>
            <a:endParaRPr lang="hu-HU" sz="1400" dirty="0"/>
          </a:p>
          <a:p>
            <a:pPr marL="0" indent="0" rtl="0">
              <a:lnSpc>
                <a:spcPts val="2200"/>
              </a:lnSpc>
              <a:spcBef>
                <a:spcPts val="0"/>
              </a:spcBef>
              <a:buNone/>
            </a:pPr>
            <a:endParaRPr lang="hu-HU" sz="1400" dirty="0"/>
          </a:p>
        </p:txBody>
      </p:sp>
    </p:spTree>
    <p:extLst>
      <p:ext uri="{BB962C8B-B14F-4D97-AF65-F5344CB8AC3E}">
        <p14:creationId xmlns:p14="http://schemas.microsoft.com/office/powerpoint/2010/main" val="2318602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D258BB3-2969-DD27-75B0-C024C9140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7617" y="2898085"/>
            <a:ext cx="4680000" cy="1061829"/>
          </a:xfrm>
        </p:spPr>
        <p:txBody>
          <a:bodyPr/>
          <a:lstStyle/>
          <a:p>
            <a:pPr algn="ctr"/>
            <a:r>
              <a:rPr lang="hu-HU" dirty="0" err="1"/>
              <a:t>Tasks</a:t>
            </a:r>
            <a:endParaRPr lang="hu-HU" dirty="0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92224B2-B78B-1474-080E-1CC5F54E2C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3100" y="677863"/>
            <a:ext cx="5027613" cy="2751137"/>
          </a:xfrm>
        </p:spPr>
        <p:txBody>
          <a:bodyPr>
            <a:normAutofit lnSpcReduction="10000"/>
          </a:bodyPr>
          <a:lstStyle/>
          <a:p>
            <a:r>
              <a:rPr lang="hu-HU" dirty="0">
                <a:solidFill>
                  <a:schemeClr val="bg1"/>
                </a:solidFill>
              </a:rPr>
              <a:t>Martint bízták meg a weboldal tervezésével az Angular keretrendszer segítségével.</a:t>
            </a:r>
          </a:p>
          <a:p>
            <a:r>
              <a:rPr lang="hu-HU" dirty="0">
                <a:solidFill>
                  <a:schemeClr val="bg1"/>
                </a:solidFill>
              </a:rPr>
              <a:t>Máté készítette az adatbázist és a megfelelő Backend kódot.</a:t>
            </a:r>
          </a:p>
          <a:p>
            <a:r>
              <a:rPr lang="hu-HU" dirty="0">
                <a:solidFill>
                  <a:schemeClr val="bg1"/>
                </a:solidFill>
              </a:rPr>
              <a:t>Milán készítette a dokumentációt, a </a:t>
            </a:r>
            <a:r>
              <a:rPr lang="hu-HU" dirty="0" err="1">
                <a:solidFill>
                  <a:schemeClr val="bg1"/>
                </a:solidFill>
              </a:rPr>
              <a:t>Figma</a:t>
            </a:r>
            <a:r>
              <a:rPr lang="hu-HU" dirty="0">
                <a:solidFill>
                  <a:schemeClr val="bg1"/>
                </a:solidFill>
              </a:rPr>
              <a:t> Design tervet és a Frontend alapvető kódolását Visual </a:t>
            </a:r>
            <a:r>
              <a:rPr lang="hu-HU" dirty="0" err="1">
                <a:solidFill>
                  <a:schemeClr val="bg1"/>
                </a:solidFill>
              </a:rPr>
              <a:t>Studio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Code</a:t>
            </a:r>
            <a:r>
              <a:rPr lang="hu-HU" dirty="0">
                <a:solidFill>
                  <a:schemeClr val="bg1"/>
                </a:solidFill>
              </a:rPr>
              <a:t>-ban.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BF0CA969-C967-4938-7C93-1CB86BC668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9823269"/>
              </p:ext>
            </p:extLst>
          </p:nvPr>
        </p:nvGraphicFramePr>
        <p:xfrm>
          <a:off x="887598" y="3784026"/>
          <a:ext cx="4598615" cy="26166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62198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9107EA2-503E-D5BD-CF64-0B1053FC2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7617" y="2413337"/>
            <a:ext cx="4680000" cy="2031325"/>
          </a:xfrm>
        </p:spPr>
        <p:txBody>
          <a:bodyPr/>
          <a:lstStyle/>
          <a:p>
            <a:r>
              <a:rPr lang="hu-HU" dirty="0" err="1"/>
              <a:t>Figma</a:t>
            </a:r>
            <a:r>
              <a:rPr lang="hu-HU" dirty="0"/>
              <a:t> Design </a:t>
            </a:r>
            <a:r>
              <a:rPr lang="hu-HU" dirty="0" err="1"/>
              <a:t>plan</a:t>
            </a:r>
            <a:endParaRPr lang="hu-HU" dirty="0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24F6D61-9F4E-0FB6-A226-25810D5400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3100" y="677863"/>
            <a:ext cx="5027613" cy="1564405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Itt láthatja a </a:t>
            </a:r>
            <a:r>
              <a:rPr lang="hu-HU" dirty="0" err="1">
                <a:solidFill>
                  <a:schemeClr val="bg1"/>
                </a:solidFill>
              </a:rPr>
              <a:t>Figma</a:t>
            </a:r>
            <a:r>
              <a:rPr lang="hu-HU" dirty="0">
                <a:solidFill>
                  <a:schemeClr val="bg1"/>
                </a:solidFill>
              </a:rPr>
              <a:t> Design kezdeti tervét és a hozzá tartozó színpalettát.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D56633AF-B665-8E34-FD06-2BA821A89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695" y="2570141"/>
            <a:ext cx="4829410" cy="374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329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B10D091-990C-9601-B808-2E792EF91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0010" y="2898085"/>
            <a:ext cx="5292963" cy="1061829"/>
          </a:xfrm>
        </p:spPr>
        <p:txBody>
          <a:bodyPr/>
          <a:lstStyle/>
          <a:p>
            <a:pPr algn="ctr"/>
            <a:r>
              <a:rPr lang="hu-HU" dirty="0" err="1"/>
              <a:t>Register</a:t>
            </a:r>
            <a:r>
              <a:rPr lang="hu-HU" dirty="0"/>
              <a:t>/Login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0FB42FA-05DB-BB72-4743-ED6000F86E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4418" y="3267985"/>
            <a:ext cx="5027613" cy="461177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A </a:t>
            </a:r>
            <a:r>
              <a:rPr lang="hu-HU" dirty="0" err="1">
                <a:solidFill>
                  <a:schemeClr val="bg1"/>
                </a:solidFill>
              </a:rPr>
              <a:t>Register</a:t>
            </a:r>
            <a:r>
              <a:rPr lang="hu-HU" dirty="0">
                <a:solidFill>
                  <a:schemeClr val="bg1"/>
                </a:solidFill>
              </a:rPr>
              <a:t>/Login weboldal első köre</a:t>
            </a:r>
          </a:p>
        </p:txBody>
      </p:sp>
      <p:pic>
        <p:nvPicPr>
          <p:cNvPr id="8" name="Kép 7" descr="A képen szöveg, képernyőkép, szoftver, Multimédiás szoftve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FFBE23F2-298C-5F1A-31E5-0923B77D2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547847">
            <a:off x="3445234" y="4171858"/>
            <a:ext cx="2877515" cy="2060762"/>
          </a:xfrm>
          <a:prstGeom prst="rect">
            <a:avLst/>
          </a:prstGeom>
        </p:spPr>
      </p:pic>
      <p:pic>
        <p:nvPicPr>
          <p:cNvPr id="12" name="Kép 11" descr="A képen szöveg, képernyőkép, szoftver, Multimédiás szoftver látható">
            <a:extLst>
              <a:ext uri="{FF2B5EF4-FFF2-40B4-BE49-F238E27FC236}">
                <a16:creationId xmlns:a16="http://schemas.microsoft.com/office/drawing/2014/main" id="{B5D2CCA0-958A-E802-BD20-5FE41E0BF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556638">
            <a:off x="362273" y="786368"/>
            <a:ext cx="3790973" cy="2052825"/>
          </a:xfrm>
          <a:prstGeom prst="rect">
            <a:avLst/>
          </a:prstGeom>
        </p:spPr>
      </p:pic>
      <p:pic>
        <p:nvPicPr>
          <p:cNvPr id="6" name="Kép 5" descr="A képen szöveg, képernyőkép, szoftver, Multimédiás szoftve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59766F71-F94C-BF25-7404-40301224D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37042">
            <a:off x="3021417" y="763184"/>
            <a:ext cx="3478814" cy="1975534"/>
          </a:xfrm>
          <a:prstGeom prst="rect">
            <a:avLst/>
          </a:prstGeom>
        </p:spPr>
      </p:pic>
      <p:pic>
        <p:nvPicPr>
          <p:cNvPr id="10" name="Kép 9" descr="A képen szöveg, képernyőkép, szoftver, Multimédiás szoftve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0EC03362-6869-3288-283A-30ABD802B9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784762">
            <a:off x="441744" y="4447664"/>
            <a:ext cx="3315582" cy="179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511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013544E-57B7-66FF-524A-4B37F8F63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7617" y="2898085"/>
            <a:ext cx="4680000" cy="1061829"/>
          </a:xfrm>
        </p:spPr>
        <p:txBody>
          <a:bodyPr/>
          <a:lstStyle/>
          <a:p>
            <a:pPr algn="ctr"/>
            <a:r>
              <a:rPr lang="hu-HU" dirty="0"/>
              <a:t>Home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221A3AD-FD81-2502-6D41-F16EC52A14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6955" y="2898085"/>
            <a:ext cx="5027613" cy="1061829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Ezt követte a kezdőlap. Majd a többi oldal, amely a weboldalhoz hozzá lett adva.</a:t>
            </a:r>
          </a:p>
        </p:txBody>
      </p:sp>
      <p:pic>
        <p:nvPicPr>
          <p:cNvPr id="6" name="Kép 5" descr="A képen képernyőkép, szöveg, művészet, mozaik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28BD5F12-EC61-F6F0-D75F-31C24C514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527" y="4211277"/>
            <a:ext cx="3982748" cy="2240296"/>
          </a:xfrm>
          <a:prstGeom prst="rect">
            <a:avLst/>
          </a:prstGeom>
        </p:spPr>
      </p:pic>
      <p:pic>
        <p:nvPicPr>
          <p:cNvPr id="8" name="Kép 7" descr="A képen szöveg, képernyőkép, szoftver, Multimédiás szoftver látható">
            <a:extLst>
              <a:ext uri="{FF2B5EF4-FFF2-40B4-BE49-F238E27FC236}">
                <a16:creationId xmlns:a16="http://schemas.microsoft.com/office/drawing/2014/main" id="{657CCDB1-F408-6AD8-7535-304772DCB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445" y="406427"/>
            <a:ext cx="4262911" cy="239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666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9281B-EE0D-4C36-F3F7-0117AB499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1E3B516-23E0-FDA7-8B24-FE0B01E3F3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7617" y="2898085"/>
            <a:ext cx="4680000" cy="1061829"/>
          </a:xfrm>
        </p:spPr>
        <p:txBody>
          <a:bodyPr/>
          <a:lstStyle/>
          <a:p>
            <a:pPr algn="ctr"/>
            <a:r>
              <a:rPr lang="hu-HU" dirty="0" err="1"/>
              <a:t>Database</a:t>
            </a:r>
            <a:endParaRPr lang="hu-HU" dirty="0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7F82D41-7A77-E936-A1A5-5067C47ED6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3100" y="1494845"/>
            <a:ext cx="5027613" cy="1327868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Ez egy minta a termékekről</a:t>
            </a:r>
          </a:p>
          <a:p>
            <a:r>
              <a:rPr lang="hu-HU" dirty="0">
                <a:solidFill>
                  <a:schemeClr val="bg1"/>
                </a:solidFill>
              </a:rPr>
              <a:t>Ezeket a későbbiekben jóval több termékkel ki bővítettük</a:t>
            </a:r>
          </a:p>
        </p:txBody>
      </p:sp>
      <p:pic>
        <p:nvPicPr>
          <p:cNvPr id="8" name="Kép 7" descr="A képen szöveg, képernyőkép, szám, Betűtípus látható">
            <a:extLst>
              <a:ext uri="{FF2B5EF4-FFF2-40B4-BE49-F238E27FC236}">
                <a16:creationId xmlns:a16="http://schemas.microsoft.com/office/drawing/2014/main" id="{773ED92E-F5C0-C9D5-5572-5C83EFE11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80" y="3216861"/>
            <a:ext cx="6098492" cy="285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599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29EF105-DDBC-D666-17C5-4238134F23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7617" y="2898085"/>
            <a:ext cx="4680000" cy="1061829"/>
          </a:xfrm>
        </p:spPr>
        <p:txBody>
          <a:bodyPr/>
          <a:lstStyle/>
          <a:p>
            <a:pPr algn="ctr"/>
            <a:r>
              <a:rPr lang="hu-HU" dirty="0" err="1"/>
              <a:t>Database</a:t>
            </a:r>
            <a:endParaRPr lang="hu-HU" dirty="0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7123D9F-9E47-C79B-229C-92A192CDF2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66774" y="672752"/>
            <a:ext cx="3166022" cy="1327868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Regisztrációs tárolt eljárás</a:t>
            </a:r>
          </a:p>
          <a:p>
            <a:r>
              <a:rPr lang="hu-HU" dirty="0">
                <a:solidFill>
                  <a:schemeClr val="bg1"/>
                </a:solidFill>
              </a:rPr>
              <a:t>SHA-256 jelszó tördelés</a:t>
            </a:r>
          </a:p>
        </p:txBody>
      </p:sp>
      <p:pic>
        <p:nvPicPr>
          <p:cNvPr id="6" name="Kép 5" descr="A képen szöveg, képernyőkép, szoftver, képernyő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FDAFD510-15D2-5AF5-FF98-1400D1FF6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413" y="2672079"/>
            <a:ext cx="4078420" cy="3989351"/>
          </a:xfrm>
          <a:prstGeom prst="rect">
            <a:avLst/>
          </a:prstGeom>
        </p:spPr>
      </p:pic>
      <p:pic>
        <p:nvPicPr>
          <p:cNvPr id="10" name="Kép 9" descr="A képen szöveg, képernyőkép, szoftver, képernyő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F1025362-C7C8-E49B-B8F1-9A27B2F47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52" y="299494"/>
            <a:ext cx="3166022" cy="3129505"/>
          </a:xfrm>
          <a:prstGeom prst="rect">
            <a:avLst/>
          </a:prstGeom>
        </p:spPr>
      </p:pic>
      <p:sp>
        <p:nvSpPr>
          <p:cNvPr id="12" name="Szövegdoboz 11">
            <a:extLst>
              <a:ext uri="{FF2B5EF4-FFF2-40B4-BE49-F238E27FC236}">
                <a16:creationId xmlns:a16="http://schemas.microsoft.com/office/drawing/2014/main" id="{F9080487-3C0A-B322-4D38-2F8882F8CF6E}"/>
              </a:ext>
            </a:extLst>
          </p:cNvPr>
          <p:cNvSpPr txBox="1"/>
          <p:nvPr/>
        </p:nvSpPr>
        <p:spPr>
          <a:xfrm>
            <a:off x="300751" y="4480560"/>
            <a:ext cx="21246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</a:rPr>
              <a:t>Egy egyszerű bejelentkezés tárolt eljárás</a:t>
            </a:r>
          </a:p>
        </p:txBody>
      </p:sp>
    </p:spTree>
    <p:extLst>
      <p:ext uri="{BB962C8B-B14F-4D97-AF65-F5344CB8AC3E}">
        <p14:creationId xmlns:p14="http://schemas.microsoft.com/office/powerpoint/2010/main" val="1893574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3CA605F-33F4-5B0A-CE85-9BAAB7FC97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7617" y="2898085"/>
            <a:ext cx="4680000" cy="1061829"/>
          </a:xfrm>
        </p:spPr>
        <p:txBody>
          <a:bodyPr/>
          <a:lstStyle/>
          <a:p>
            <a:pPr algn="ctr"/>
            <a:r>
              <a:rPr lang="hu-HU" dirty="0"/>
              <a:t>Backend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F032FA1-69F7-7084-2484-1E34F215EF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3100" y="4744528"/>
            <a:ext cx="5027613" cy="1435400"/>
          </a:xfrm>
        </p:spPr>
        <p:txBody>
          <a:bodyPr>
            <a:normAutofit fontScale="92500" lnSpcReduction="10000"/>
          </a:bodyPr>
          <a:lstStyle/>
          <a:p>
            <a:r>
              <a:rPr lang="hu-HU" dirty="0">
                <a:solidFill>
                  <a:schemeClr val="bg1"/>
                </a:solidFill>
              </a:rPr>
              <a:t>A Login módszer megpróbálja hitelesíteni a tárolt eljárást hívó felhasználót.</a:t>
            </a:r>
          </a:p>
          <a:p>
            <a:r>
              <a:rPr lang="hu-HU" dirty="0">
                <a:solidFill>
                  <a:schemeClr val="bg1"/>
                </a:solidFill>
              </a:rPr>
              <a:t>A JPA </a:t>
            </a:r>
            <a:r>
              <a:rPr lang="hu-HU" dirty="0" err="1">
                <a:solidFill>
                  <a:schemeClr val="bg1"/>
                </a:solidFill>
              </a:rPr>
              <a:t>StoredProcedure</a:t>
            </a:r>
            <a:r>
              <a:rPr lang="hu-HU" dirty="0">
                <a:solidFill>
                  <a:schemeClr val="bg1"/>
                </a:solidFill>
              </a:rPr>
              <a:t> használatával egy e-mail címet és egy jelszót fogad el bemenetként.</a:t>
            </a:r>
          </a:p>
        </p:txBody>
      </p:sp>
      <p:pic>
        <p:nvPicPr>
          <p:cNvPr id="6" name="Kép 5" descr="A képen szöveg, képernyőkép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58F80912-8C34-B435-3F02-C99D87A37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309724"/>
            <a:ext cx="4361582" cy="3841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375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1A8C2-B6D0-0686-301F-B8CD0FE6B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898D6F-9035-DBD3-62CC-8DA76BB202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7617" y="2898085"/>
            <a:ext cx="4680000" cy="1061829"/>
          </a:xfrm>
        </p:spPr>
        <p:txBody>
          <a:bodyPr/>
          <a:lstStyle/>
          <a:p>
            <a:pPr algn="ctr"/>
            <a:r>
              <a:rPr lang="hu-HU" dirty="0"/>
              <a:t>Backend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04781E22-E376-554A-6D64-C822FB3778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3100" y="4157931"/>
            <a:ext cx="5027613" cy="1547543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A </a:t>
            </a:r>
            <a:r>
              <a:rPr lang="hu-HU" dirty="0" err="1">
                <a:solidFill>
                  <a:schemeClr val="bg1"/>
                </a:solidFill>
              </a:rPr>
              <a:t>registerUser</a:t>
            </a:r>
            <a:r>
              <a:rPr lang="hu-HU" dirty="0">
                <a:solidFill>
                  <a:schemeClr val="bg1"/>
                </a:solidFill>
              </a:rPr>
              <a:t> metódus megpróbálja regisztrálni az új felhasználót az Adatbázisba.</a:t>
            </a:r>
          </a:p>
        </p:txBody>
      </p:sp>
      <p:pic>
        <p:nvPicPr>
          <p:cNvPr id="8" name="Kép 7" descr="A képen szöveg, képernyőkép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52C94F3D-A694-2DF0-998F-4CD66579A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74" y="418474"/>
            <a:ext cx="5643664" cy="354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277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E55CF28-3F45-86B8-F6A2-5AA181471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38900" y="2762913"/>
            <a:ext cx="4680000" cy="1061829"/>
          </a:xfrm>
        </p:spPr>
        <p:txBody>
          <a:bodyPr/>
          <a:lstStyle/>
          <a:p>
            <a:r>
              <a:rPr lang="hu-HU" dirty="0" err="1"/>
              <a:t>Future</a:t>
            </a:r>
            <a:r>
              <a:rPr lang="hu-HU" dirty="0"/>
              <a:t> </a:t>
            </a:r>
            <a:r>
              <a:rPr lang="hu-HU" dirty="0" err="1"/>
              <a:t>plans</a:t>
            </a:r>
            <a:endParaRPr lang="hu-HU" dirty="0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FC2370C-4A89-DF1B-579E-BAB216F824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3100" y="677863"/>
            <a:ext cx="5027613" cy="2085050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A jövőbeli tervek között szerepel az adatbázis további bővítése, </a:t>
            </a:r>
          </a:p>
          <a:p>
            <a:r>
              <a:rPr lang="hu-HU" dirty="0">
                <a:solidFill>
                  <a:schemeClr val="bg1"/>
                </a:solidFill>
              </a:rPr>
              <a:t>Regisztráció/bejelentkezés a Google-</a:t>
            </a:r>
            <a:r>
              <a:rPr lang="hu-HU" dirty="0" err="1">
                <a:solidFill>
                  <a:schemeClr val="bg1"/>
                </a:solidFill>
              </a:rPr>
              <a:t>on</a:t>
            </a:r>
            <a:r>
              <a:rPr lang="hu-HU" dirty="0">
                <a:solidFill>
                  <a:schemeClr val="bg1"/>
                </a:solidFill>
              </a:rPr>
              <a:t> és hasonló szolgáltatásokon keresztül. </a:t>
            </a:r>
          </a:p>
          <a:p>
            <a:r>
              <a:rPr lang="hu-HU" dirty="0">
                <a:solidFill>
                  <a:schemeClr val="bg1"/>
                </a:solidFill>
              </a:rPr>
              <a:t>Ezen kívül lehetőség lesz kártyás és átutalásos fizetésre is.</a:t>
            </a:r>
          </a:p>
        </p:txBody>
      </p:sp>
    </p:spTree>
    <p:extLst>
      <p:ext uri="{BB962C8B-B14F-4D97-AF65-F5344CB8AC3E}">
        <p14:creationId xmlns:p14="http://schemas.microsoft.com/office/powerpoint/2010/main" val="974279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498331-BDCB-F974-33B1-872754123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7617" y="2898085"/>
            <a:ext cx="4680000" cy="1061829"/>
          </a:xfrm>
        </p:spPr>
        <p:txBody>
          <a:bodyPr/>
          <a:lstStyle/>
          <a:p>
            <a:pPr algn="ctr"/>
            <a:r>
              <a:rPr lang="hu-HU" dirty="0" err="1"/>
              <a:t>Difficulties</a:t>
            </a:r>
            <a:endParaRPr lang="hu-HU" dirty="0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646AD65-21B4-60B3-DDA9-95C45FCC5C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6954" y="691762"/>
            <a:ext cx="5027613" cy="4353767"/>
          </a:xfrm>
        </p:spPr>
        <p:txBody>
          <a:bodyPr>
            <a:norm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A nehézséget például az jelentette, hogy melyik témát válasszuk. Az első körben nem igazán volt jó ötletünk, hogy mi keltheti fel az emberek figyelmét. Aztán kitaláltuk a </a:t>
            </a:r>
            <a:r>
              <a:rPr lang="hu-HU" dirty="0" err="1">
                <a:solidFill>
                  <a:schemeClr val="bg1"/>
                </a:solidFill>
              </a:rPr>
              <a:t>Retro</a:t>
            </a:r>
            <a:r>
              <a:rPr lang="hu-HU" dirty="0">
                <a:solidFill>
                  <a:schemeClr val="bg1"/>
                </a:solidFill>
              </a:rPr>
              <a:t> témát, és így jött össze az egész.</a:t>
            </a:r>
          </a:p>
          <a:p>
            <a:r>
              <a:rPr lang="hu-HU" dirty="0">
                <a:solidFill>
                  <a:schemeClr val="bg1"/>
                </a:solidFill>
              </a:rPr>
              <a:t>Nehezünkre esett egy két dolog a Backend és a Frontend részen is mert időközben még bővítenünk kellett a tanulmányainkat.</a:t>
            </a:r>
          </a:p>
          <a:p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446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B5FCEF-93B6-999A-C2C9-F56192F9D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14268" y="2413337"/>
            <a:ext cx="4903349" cy="2031325"/>
          </a:xfrm>
        </p:spPr>
        <p:txBody>
          <a:bodyPr/>
          <a:lstStyle/>
          <a:p>
            <a:pPr algn="ctr"/>
            <a:r>
              <a:rPr lang="hu-HU" dirty="0" err="1"/>
              <a:t>Programmes</a:t>
            </a:r>
            <a:r>
              <a:rPr lang="hu-HU" dirty="0"/>
              <a:t> </a:t>
            </a:r>
            <a:r>
              <a:rPr lang="hu-HU" dirty="0" err="1"/>
              <a:t>used</a:t>
            </a:r>
            <a:endParaRPr lang="hu-HU" dirty="0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86EDA28-3870-BFE8-14F0-9C6D51CCC2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8052" y="677862"/>
            <a:ext cx="5382661" cy="5587765"/>
          </a:xfrm>
        </p:spPr>
        <p:txBody>
          <a:bodyPr>
            <a:normAutofit lnSpcReduction="10000"/>
          </a:bodyPr>
          <a:lstStyle/>
          <a:p>
            <a:r>
              <a:rPr lang="hu-HU" dirty="0" err="1">
                <a:solidFill>
                  <a:schemeClr val="bg1"/>
                </a:solidFill>
              </a:rPr>
              <a:t>Github</a:t>
            </a:r>
            <a:endParaRPr lang="hu-HU" dirty="0">
              <a:solidFill>
                <a:schemeClr val="bg1"/>
              </a:solidFill>
            </a:endParaRPr>
          </a:p>
          <a:p>
            <a:pPr lvl="1"/>
            <a:r>
              <a:rPr lang="hu-HU" dirty="0">
                <a:solidFill>
                  <a:schemeClr val="bg1"/>
                </a:solidFill>
              </a:rPr>
              <a:t>A kódok tárolására használták</a:t>
            </a:r>
          </a:p>
          <a:p>
            <a:r>
              <a:rPr lang="hu-HU" dirty="0">
                <a:solidFill>
                  <a:schemeClr val="bg1"/>
                </a:solidFill>
              </a:rPr>
              <a:t>Visual </a:t>
            </a:r>
            <a:r>
              <a:rPr lang="hu-HU" dirty="0" err="1">
                <a:solidFill>
                  <a:schemeClr val="bg1"/>
                </a:solidFill>
              </a:rPr>
              <a:t>Studio</a:t>
            </a:r>
            <a:r>
              <a:rPr lang="hu-HU" dirty="0">
                <a:solidFill>
                  <a:schemeClr val="bg1"/>
                </a:solidFill>
              </a:rPr>
              <a:t> kód </a:t>
            </a:r>
          </a:p>
          <a:p>
            <a:pPr lvl="1"/>
            <a:r>
              <a:rPr lang="hu-HU" dirty="0">
                <a:solidFill>
                  <a:schemeClr val="bg1"/>
                </a:solidFill>
              </a:rPr>
              <a:t>A kezdeti weboldal létrehozásához használták</a:t>
            </a:r>
          </a:p>
          <a:p>
            <a:r>
              <a:rPr lang="hu-HU" dirty="0">
                <a:solidFill>
                  <a:schemeClr val="bg1"/>
                </a:solidFill>
              </a:rPr>
              <a:t>Java </a:t>
            </a:r>
            <a:r>
              <a:rPr lang="hu-HU" dirty="0" err="1">
                <a:solidFill>
                  <a:schemeClr val="bg1"/>
                </a:solidFill>
              </a:rPr>
              <a:t>Netbeans</a:t>
            </a:r>
            <a:r>
              <a:rPr lang="hu-HU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hu-HU" dirty="0">
                <a:solidFill>
                  <a:schemeClr val="bg1"/>
                </a:solidFill>
              </a:rPr>
              <a:t>A Backend kódot </a:t>
            </a:r>
            <a:r>
              <a:rPr lang="hu-HU" dirty="0" err="1">
                <a:solidFill>
                  <a:schemeClr val="bg1"/>
                </a:solidFill>
              </a:rPr>
              <a:t>használtákAngular</a:t>
            </a:r>
            <a:r>
              <a:rPr lang="hu-HU" dirty="0">
                <a:solidFill>
                  <a:schemeClr val="bg1"/>
                </a:solidFill>
              </a:rPr>
              <a:t> A kész frontend kód megírásához </a:t>
            </a:r>
          </a:p>
          <a:p>
            <a:r>
              <a:rPr lang="hu-HU" dirty="0" err="1">
                <a:solidFill>
                  <a:schemeClr val="bg1"/>
                </a:solidFill>
              </a:rPr>
              <a:t>Discord</a:t>
            </a:r>
            <a:r>
              <a:rPr lang="hu-HU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hu-HU" dirty="0">
                <a:solidFill>
                  <a:schemeClr val="bg1"/>
                </a:solidFill>
              </a:rPr>
              <a:t>A tagokkal való kommunikációra használtuk</a:t>
            </a:r>
          </a:p>
          <a:p>
            <a:r>
              <a:rPr lang="hu-HU" dirty="0">
                <a:solidFill>
                  <a:schemeClr val="bg1"/>
                </a:solidFill>
              </a:rPr>
              <a:t>Google Drive </a:t>
            </a:r>
          </a:p>
          <a:p>
            <a:pPr lvl="1"/>
            <a:r>
              <a:rPr lang="hu-HU" dirty="0">
                <a:solidFill>
                  <a:schemeClr val="bg1"/>
                </a:solidFill>
              </a:rPr>
              <a:t>Nagyobb fájlok tárolására és megosztására</a:t>
            </a:r>
          </a:p>
          <a:p>
            <a:r>
              <a:rPr lang="hu-HU" dirty="0">
                <a:solidFill>
                  <a:schemeClr val="bg1"/>
                </a:solidFill>
              </a:rPr>
              <a:t>MAMP-</a:t>
            </a:r>
            <a:r>
              <a:rPr lang="hu-HU" dirty="0" err="1">
                <a:solidFill>
                  <a:schemeClr val="bg1"/>
                </a:solidFill>
              </a:rPr>
              <a:t>PhpMyAdmin</a:t>
            </a:r>
            <a:r>
              <a:rPr lang="hu-HU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hu-HU" dirty="0">
                <a:solidFill>
                  <a:schemeClr val="bg1"/>
                </a:solidFill>
              </a:rPr>
              <a:t>Az adatbázis létrehozásához a következőket használtuk </a:t>
            </a:r>
          </a:p>
          <a:p>
            <a:r>
              <a:rPr lang="hu-HU" dirty="0" err="1">
                <a:solidFill>
                  <a:schemeClr val="bg1"/>
                </a:solidFill>
              </a:rPr>
              <a:t>Figma</a:t>
            </a:r>
            <a:r>
              <a:rPr lang="hu-HU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hu-HU" dirty="0">
                <a:solidFill>
                  <a:schemeClr val="bg1"/>
                </a:solidFill>
              </a:rPr>
              <a:t>Az alapvető alakzatok tervezését használtuk</a:t>
            </a:r>
          </a:p>
        </p:txBody>
      </p:sp>
    </p:spTree>
    <p:extLst>
      <p:ext uri="{BB962C8B-B14F-4D97-AF65-F5344CB8AC3E}">
        <p14:creationId xmlns:p14="http://schemas.microsoft.com/office/powerpoint/2010/main" val="280045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C2815C4-A9DF-486F-81A0-EA36530E4E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7617" y="2898085"/>
            <a:ext cx="4680000" cy="1061829"/>
          </a:xfrm>
        </p:spPr>
        <p:txBody>
          <a:bodyPr rtlCol="0"/>
          <a:lstStyle/>
          <a:p>
            <a:pPr rtl="0"/>
            <a:r>
              <a:rPr lang="hu-HU" dirty="0" err="1"/>
              <a:t>Summary</a:t>
            </a:r>
            <a:endParaRPr lang="hu-HU" dirty="0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7B3DCAF-F4DB-4255-AF69-7F4D99E13A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5392" y="1485900"/>
            <a:ext cx="5027613" cy="3788229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hu-HU" dirty="0"/>
              <a:t>A "</a:t>
            </a:r>
            <a:r>
              <a:rPr lang="hu-HU" dirty="0" err="1"/>
              <a:t>Retro</a:t>
            </a:r>
            <a:r>
              <a:rPr lang="hu-HU" dirty="0"/>
              <a:t> </a:t>
            </a:r>
            <a:r>
              <a:rPr lang="hu-HU" dirty="0" err="1"/>
              <a:t>Vintage</a:t>
            </a:r>
            <a:r>
              <a:rPr lang="hu-HU" dirty="0"/>
              <a:t>" projekt célja egy olyan webáruház létrehozása volt, ahol gyűjtők és érdeklődők online vásárolhatnak ritka, értékes tárgyakat, valamint kapcsolatba léphetnek egymással. A fejlesztés során a csapat modern technológiákat használt: Java alapú backenddel, </a:t>
            </a:r>
            <a:r>
              <a:rPr lang="hu-HU" dirty="0" err="1"/>
              <a:t>MySQL</a:t>
            </a:r>
            <a:r>
              <a:rPr lang="hu-HU" dirty="0"/>
              <a:t> adatbázissal, Angular </a:t>
            </a:r>
            <a:r>
              <a:rPr lang="hu-HU" dirty="0" err="1"/>
              <a:t>frontendtel</a:t>
            </a:r>
            <a:r>
              <a:rPr lang="hu-HU" dirty="0"/>
              <a:t> és REST API kommunikációval építették fel a rendszert. A projekt tervezéséhez </a:t>
            </a:r>
            <a:r>
              <a:rPr lang="hu-HU" dirty="0" err="1"/>
              <a:t>Figma</a:t>
            </a:r>
            <a:r>
              <a:rPr lang="hu-HU" dirty="0"/>
              <a:t> látványtervet, teszteléséhez pedig Postmant, a munkaszervezéshez pedig </a:t>
            </a:r>
            <a:r>
              <a:rPr lang="hu-HU" dirty="0" err="1"/>
              <a:t>Jira</a:t>
            </a:r>
            <a:r>
              <a:rPr lang="hu-HU" dirty="0"/>
              <a:t> alkalmazást használtak. A mesterséges intelligenciát (</a:t>
            </a:r>
            <a:r>
              <a:rPr lang="hu-HU" dirty="0" err="1"/>
              <a:t>ChatGPT</a:t>
            </a:r>
            <a:r>
              <a:rPr lang="hu-HU" dirty="0"/>
              <a:t>-t) több helyen is bevetették, például termékadatok és képek generálására. A munka során nagy hangsúlyt fektettek a biztonságra, reszponzív dizájnra és moduláris fejlesztésre, így egy modern, felhasználóbarát webshop készült el.</a:t>
            </a:r>
            <a:endParaRPr lang="hu-HU" noProof="1"/>
          </a:p>
        </p:txBody>
      </p:sp>
    </p:spTree>
    <p:extLst>
      <p:ext uri="{BB962C8B-B14F-4D97-AF65-F5344CB8AC3E}">
        <p14:creationId xmlns:p14="http://schemas.microsoft.com/office/powerpoint/2010/main" val="572783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C1057AE-0AF2-460B-87EA-245C9F23E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9328" y="1852279"/>
            <a:ext cx="8752113" cy="3083921"/>
          </a:xfrm>
        </p:spPr>
        <p:txBody>
          <a:bodyPr rtlCol="0"/>
          <a:lstStyle/>
          <a:p>
            <a:pPr algn="ctr" rtl="0"/>
            <a:r>
              <a:rPr lang="en-US" dirty="0"/>
              <a:t>Thank you for your attention!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23E445A-D5B8-4CF2-B11A-31FDD8C81D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lnSpcReduction="10000"/>
          </a:bodyPr>
          <a:lstStyle/>
          <a:p>
            <a:pPr rtl="0"/>
            <a:r>
              <a:rPr lang="hu-HU" noProof="1"/>
              <a:t>Hermann Máté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33810A3-3B10-4419-A362-ACA57277AC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rtlCol="0">
            <a:normAutofit lnSpcReduction="10000"/>
          </a:bodyPr>
          <a:lstStyle/>
          <a:p>
            <a:pPr rtl="0"/>
            <a:r>
              <a:rPr lang="hu-HU" noProof="1"/>
              <a:t>+36/70 408 8704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72CC4A97-0106-4FEB-8173-8ACB3CE40A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rtlCol="0">
            <a:normAutofit lnSpcReduction="10000"/>
          </a:bodyPr>
          <a:lstStyle/>
          <a:p>
            <a:r>
              <a:rPr lang="hu-HU" noProof="1"/>
              <a:t>hermann.mate@simonyiszki.org</a:t>
            </a:r>
          </a:p>
        </p:txBody>
      </p:sp>
      <p:sp>
        <p:nvSpPr>
          <p:cNvPr id="16" name="Alcím 2">
            <a:extLst>
              <a:ext uri="{FF2B5EF4-FFF2-40B4-BE49-F238E27FC236}">
                <a16:creationId xmlns:a16="http://schemas.microsoft.com/office/drawing/2014/main" id="{068CBFBD-ED9A-0EB1-356F-1F27C2F2A7DD}"/>
              </a:ext>
            </a:extLst>
          </p:cNvPr>
          <p:cNvSpPr txBox="1">
            <a:spLocks/>
          </p:cNvSpPr>
          <p:nvPr/>
        </p:nvSpPr>
        <p:spPr>
          <a:xfrm>
            <a:off x="958455" y="5005721"/>
            <a:ext cx="3245680" cy="252000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noProof="1"/>
              <a:t>Gál Martin</a:t>
            </a:r>
          </a:p>
        </p:txBody>
      </p:sp>
      <p:sp>
        <p:nvSpPr>
          <p:cNvPr id="17" name="Szöveg helye 3">
            <a:extLst>
              <a:ext uri="{FF2B5EF4-FFF2-40B4-BE49-F238E27FC236}">
                <a16:creationId xmlns:a16="http://schemas.microsoft.com/office/drawing/2014/main" id="{1A0C83F8-E897-17D6-31EE-8079C755341E}"/>
              </a:ext>
            </a:extLst>
          </p:cNvPr>
          <p:cNvSpPr txBox="1">
            <a:spLocks/>
          </p:cNvSpPr>
          <p:nvPr/>
        </p:nvSpPr>
        <p:spPr>
          <a:xfrm>
            <a:off x="958455" y="5317750"/>
            <a:ext cx="3245680" cy="252000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noProof="1"/>
              <a:t>+36/50 124 6417</a:t>
            </a:r>
          </a:p>
        </p:txBody>
      </p:sp>
      <p:sp>
        <p:nvSpPr>
          <p:cNvPr id="18" name="Szöveg helye 4">
            <a:extLst>
              <a:ext uri="{FF2B5EF4-FFF2-40B4-BE49-F238E27FC236}">
                <a16:creationId xmlns:a16="http://schemas.microsoft.com/office/drawing/2014/main" id="{B9617BF8-4203-7111-F8FD-5B28762FBB7B}"/>
              </a:ext>
            </a:extLst>
          </p:cNvPr>
          <p:cNvSpPr txBox="1">
            <a:spLocks/>
          </p:cNvSpPr>
          <p:nvPr/>
        </p:nvSpPr>
        <p:spPr>
          <a:xfrm>
            <a:off x="958455" y="5629780"/>
            <a:ext cx="3245680" cy="252000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noProof="1"/>
              <a:t>gal.martin.ferenc@simonyiszki.org</a:t>
            </a:r>
          </a:p>
        </p:txBody>
      </p:sp>
      <p:sp>
        <p:nvSpPr>
          <p:cNvPr id="20" name="Alcím 2">
            <a:extLst>
              <a:ext uri="{FF2B5EF4-FFF2-40B4-BE49-F238E27FC236}">
                <a16:creationId xmlns:a16="http://schemas.microsoft.com/office/drawing/2014/main" id="{F7E81C86-F030-D1B3-DEDF-CEC617972C97}"/>
              </a:ext>
            </a:extLst>
          </p:cNvPr>
          <p:cNvSpPr txBox="1">
            <a:spLocks/>
          </p:cNvSpPr>
          <p:nvPr/>
        </p:nvSpPr>
        <p:spPr>
          <a:xfrm>
            <a:off x="7730317" y="4999679"/>
            <a:ext cx="3245680" cy="252000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noProof="1"/>
              <a:t>Pancza Milán</a:t>
            </a:r>
          </a:p>
        </p:txBody>
      </p:sp>
      <p:sp>
        <p:nvSpPr>
          <p:cNvPr id="21" name="Szöveg helye 3">
            <a:extLst>
              <a:ext uri="{FF2B5EF4-FFF2-40B4-BE49-F238E27FC236}">
                <a16:creationId xmlns:a16="http://schemas.microsoft.com/office/drawing/2014/main" id="{FAC1D1F7-46D1-773B-D03D-DD98A9A7226F}"/>
              </a:ext>
            </a:extLst>
          </p:cNvPr>
          <p:cNvSpPr txBox="1">
            <a:spLocks/>
          </p:cNvSpPr>
          <p:nvPr/>
        </p:nvSpPr>
        <p:spPr>
          <a:xfrm>
            <a:off x="7730317" y="5311708"/>
            <a:ext cx="3245680" cy="252000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noProof="1"/>
              <a:t>+36/20 250 0673</a:t>
            </a:r>
          </a:p>
        </p:txBody>
      </p:sp>
      <p:sp>
        <p:nvSpPr>
          <p:cNvPr id="22" name="Szöveg helye 4">
            <a:extLst>
              <a:ext uri="{FF2B5EF4-FFF2-40B4-BE49-F238E27FC236}">
                <a16:creationId xmlns:a16="http://schemas.microsoft.com/office/drawing/2014/main" id="{2BF0143C-7551-4752-09C8-DC08E5DA206A}"/>
              </a:ext>
            </a:extLst>
          </p:cNvPr>
          <p:cNvSpPr txBox="1">
            <a:spLocks/>
          </p:cNvSpPr>
          <p:nvPr/>
        </p:nvSpPr>
        <p:spPr>
          <a:xfrm>
            <a:off x="7730317" y="5623738"/>
            <a:ext cx="3245680" cy="252000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noProof="1"/>
              <a:t>pancza.milan@simonyiszki.org</a:t>
            </a:r>
          </a:p>
        </p:txBody>
      </p:sp>
    </p:spTree>
    <p:extLst>
      <p:ext uri="{BB962C8B-B14F-4D97-AF65-F5344CB8AC3E}">
        <p14:creationId xmlns:p14="http://schemas.microsoft.com/office/powerpoint/2010/main" val="3054389438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6A9C41"/>
      </a:dk2>
      <a:lt2>
        <a:srgbClr val="E7E6E6"/>
      </a:lt2>
      <a:accent1>
        <a:srgbClr val="A7D535"/>
      </a:accent1>
      <a:accent2>
        <a:srgbClr val="EACA4F"/>
      </a:accent2>
      <a:accent3>
        <a:srgbClr val="FD9850"/>
      </a:accent3>
      <a:accent4>
        <a:srgbClr val="F46442"/>
      </a:accent4>
      <a:accent5>
        <a:srgbClr val="54D289"/>
      </a:accent5>
      <a:accent6>
        <a:srgbClr val="6AD8CB"/>
      </a:accent6>
      <a:hlink>
        <a:srgbClr val="CAFB50"/>
      </a:hlink>
      <a:folHlink>
        <a:srgbClr val="DEFF8B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C4BC1C81C23E429BDF8CE5BFF90A9A" ma:contentTypeVersion="4" ma:contentTypeDescription="Create a new document." ma:contentTypeScope="" ma:versionID="125d086bc1eda53482d22f3be8e49ede">
  <xsd:schema xmlns:xsd="http://www.w3.org/2001/XMLSchema" xmlns:xs="http://www.w3.org/2001/XMLSchema" xmlns:p="http://schemas.microsoft.com/office/2006/metadata/properties" xmlns:ns3="08828325-7732-4669-bd7b-e602996725fb" targetNamespace="http://schemas.microsoft.com/office/2006/metadata/properties" ma:root="true" ma:fieldsID="f268c0d0472bf1910281b2fed7b41a46" ns3:_="">
    <xsd:import namespace="08828325-7732-4669-bd7b-e602996725f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828325-7732-4669-bd7b-e602996725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400F002-8619-46FA-BDE4-680F7C7B7C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828325-7732-4669-bd7b-e602996725f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46744C9-72E8-4CA6-A877-06C449A0FA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711F49-45CD-49BA-9047-D3F459D10243}">
  <ds:schemaRefs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fopath/2007/PartnerControls"/>
    <ds:schemaRef ds:uri="08828325-7732-4669-bd7b-e602996725fb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328</TotalTime>
  <Words>487</Words>
  <Application>Microsoft Office PowerPoint</Application>
  <PresentationFormat>Szélesvásznú</PresentationFormat>
  <Paragraphs>69</Paragraphs>
  <Slides>15</Slides>
  <Notes>4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22" baseType="lpstr">
      <vt:lpstr>Arial</vt:lpstr>
      <vt:lpstr>Calibri</vt:lpstr>
      <vt:lpstr>Century Gothic</vt:lpstr>
      <vt:lpstr>Courier New</vt:lpstr>
      <vt:lpstr>Times New Roman</vt:lpstr>
      <vt:lpstr>Trebuchet MS</vt:lpstr>
      <vt:lpstr>Berlin</vt:lpstr>
      <vt:lpstr>Retro </vt:lpstr>
      <vt:lpstr>Presentation</vt:lpstr>
      <vt:lpstr>Tasks</vt:lpstr>
      <vt:lpstr>Figma Design plan</vt:lpstr>
      <vt:lpstr>Register/Login</vt:lpstr>
      <vt:lpstr>Home</vt:lpstr>
      <vt:lpstr>Database</vt:lpstr>
      <vt:lpstr>Database</vt:lpstr>
      <vt:lpstr>Backend</vt:lpstr>
      <vt:lpstr>Backend</vt:lpstr>
      <vt:lpstr>Future plans</vt:lpstr>
      <vt:lpstr>Difficulties</vt:lpstr>
      <vt:lpstr>Programmes used</vt:lpstr>
      <vt:lpstr>Summary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panczamilan1119@sulid.hu</dc:creator>
  <cp:lastModifiedBy>panczamilan1119@sulid.hu</cp:lastModifiedBy>
  <cp:revision>7</cp:revision>
  <dcterms:created xsi:type="dcterms:W3CDTF">2025-02-26T09:01:44Z</dcterms:created>
  <dcterms:modified xsi:type="dcterms:W3CDTF">2025-04-28T13:57:02Z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0x0101009CC4BC1C81C23E429BDF8CE5BFF90A9A</vt:lpwstr>
  </property>
</Properties>
</file>